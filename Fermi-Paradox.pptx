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60" r:id="rId3"/>
    <p:sldId id="257" r:id="rId4"/>
    <p:sldId id="258" r:id="rId5"/>
    <p:sldId id="259"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77BCE6-FFA7-4D40-807B-45D3716C52CF}" v="2" dt="2024-10-24T20:10:20.6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0" d="100"/>
          <a:sy n="120" d="100"/>
        </p:scale>
        <p:origin x="1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721E31-0914-4B94-BA2A-632350374867}" type="datetimeFigureOut">
              <a:rPr lang="en-US" smtClean="0"/>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B3AD13-E09A-4744-9AEE-5F81817A8185}" type="slidenum">
              <a:rPr lang="en-US" smtClean="0"/>
              <a:t>‹#›</a:t>
            </a:fld>
            <a:endParaRPr lang="en-US"/>
          </a:p>
        </p:txBody>
      </p:sp>
    </p:spTree>
    <p:extLst>
      <p:ext uri="{BB962C8B-B14F-4D97-AF65-F5344CB8AC3E}">
        <p14:creationId xmlns:p14="http://schemas.microsoft.com/office/powerpoint/2010/main" val="3895195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Whoever goes “</a:t>
            </a:r>
            <a:r>
              <a:rPr lang="en-US" err="1"/>
              <a:t>haha</a:t>
            </a:r>
            <a:r>
              <a:rPr lang="en-US"/>
              <a:t> drake” during this part of the presentation deserves to get kicked from the club</a:t>
            </a:r>
          </a:p>
        </p:txBody>
      </p:sp>
      <p:sp>
        <p:nvSpPr>
          <p:cNvPr id="4" name="Slide Number Placeholder 3"/>
          <p:cNvSpPr>
            <a:spLocks noGrp="1"/>
          </p:cNvSpPr>
          <p:nvPr>
            <p:ph type="sldNum" sz="quarter" idx="5"/>
          </p:nvPr>
        </p:nvSpPr>
        <p:spPr/>
        <p:txBody>
          <a:bodyPr/>
          <a:lstStyle/>
          <a:p>
            <a:fld id="{84B3AD13-E09A-4744-9AEE-5F81817A8185}" type="slidenum">
              <a:rPr lang="en-US" smtClean="0"/>
              <a:t>3</a:t>
            </a:fld>
            <a:endParaRPr lang="en-US"/>
          </a:p>
        </p:txBody>
      </p:sp>
    </p:spTree>
    <p:extLst>
      <p:ext uri="{BB962C8B-B14F-4D97-AF65-F5344CB8AC3E}">
        <p14:creationId xmlns:p14="http://schemas.microsoft.com/office/powerpoint/2010/main" val="2630931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3988F-79D5-9695-0796-BDE74A20AF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EB25D6-6FB4-8A00-E370-CF0CF8E4BB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EB9EA1-4CFD-95BB-8FA4-0CC741722B1A}"/>
              </a:ext>
            </a:extLst>
          </p:cNvPr>
          <p:cNvSpPr>
            <a:spLocks noGrp="1"/>
          </p:cNvSpPr>
          <p:nvPr>
            <p:ph type="dt" sz="half" idx="10"/>
          </p:nvPr>
        </p:nvSpPr>
        <p:spPr/>
        <p:txBody>
          <a:bodyPr/>
          <a:lstStyle/>
          <a:p>
            <a:fld id="{68B6EF23-539F-4727-8DF6-8BC99B15509D}" type="datetimeFigureOut">
              <a:rPr lang="en-US" smtClean="0"/>
              <a:t>4/15/2026</a:t>
            </a:fld>
            <a:endParaRPr lang="en-US"/>
          </a:p>
        </p:txBody>
      </p:sp>
      <p:sp>
        <p:nvSpPr>
          <p:cNvPr id="5" name="Footer Placeholder 4">
            <a:extLst>
              <a:ext uri="{FF2B5EF4-FFF2-40B4-BE49-F238E27FC236}">
                <a16:creationId xmlns:a16="http://schemas.microsoft.com/office/drawing/2014/main" id="{42041A8A-885B-CDD7-9807-89DEC3EE8B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A2A045-E550-DB40-E4B1-E5DA67F1661A}"/>
              </a:ext>
            </a:extLst>
          </p:cNvPr>
          <p:cNvSpPr>
            <a:spLocks noGrp="1"/>
          </p:cNvSpPr>
          <p:nvPr>
            <p:ph type="sldNum" sz="quarter" idx="12"/>
          </p:nvPr>
        </p:nvSpPr>
        <p:spPr/>
        <p:txBody>
          <a:bodyPr/>
          <a:lstStyle/>
          <a:p>
            <a:fld id="{2F3293E2-F474-430A-8ABA-DA6974960ACA}" type="slidenum">
              <a:rPr lang="en-US" smtClean="0"/>
              <a:t>‹#›</a:t>
            </a:fld>
            <a:endParaRPr lang="en-US"/>
          </a:p>
        </p:txBody>
      </p:sp>
    </p:spTree>
    <p:extLst>
      <p:ext uri="{BB962C8B-B14F-4D97-AF65-F5344CB8AC3E}">
        <p14:creationId xmlns:p14="http://schemas.microsoft.com/office/powerpoint/2010/main" val="7238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04C5E-F588-3545-3BD0-C4E8DE92E6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0390DA-1DEC-F70D-1C9F-2B6EDEC277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E207DE-D65C-C82F-55D3-ED61F3912C4E}"/>
              </a:ext>
            </a:extLst>
          </p:cNvPr>
          <p:cNvSpPr>
            <a:spLocks noGrp="1"/>
          </p:cNvSpPr>
          <p:nvPr>
            <p:ph type="dt" sz="half" idx="10"/>
          </p:nvPr>
        </p:nvSpPr>
        <p:spPr/>
        <p:txBody>
          <a:bodyPr/>
          <a:lstStyle/>
          <a:p>
            <a:fld id="{68B6EF23-539F-4727-8DF6-8BC99B15509D}" type="datetimeFigureOut">
              <a:rPr lang="en-US" smtClean="0"/>
              <a:t>4/15/2026</a:t>
            </a:fld>
            <a:endParaRPr lang="en-US"/>
          </a:p>
        </p:txBody>
      </p:sp>
      <p:sp>
        <p:nvSpPr>
          <p:cNvPr id="5" name="Footer Placeholder 4">
            <a:extLst>
              <a:ext uri="{FF2B5EF4-FFF2-40B4-BE49-F238E27FC236}">
                <a16:creationId xmlns:a16="http://schemas.microsoft.com/office/drawing/2014/main" id="{561A43ED-A16D-A5AC-1725-D24015194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05904C-6254-4C35-B1AC-1F173D5F1CA5}"/>
              </a:ext>
            </a:extLst>
          </p:cNvPr>
          <p:cNvSpPr>
            <a:spLocks noGrp="1"/>
          </p:cNvSpPr>
          <p:nvPr>
            <p:ph type="sldNum" sz="quarter" idx="12"/>
          </p:nvPr>
        </p:nvSpPr>
        <p:spPr/>
        <p:txBody>
          <a:bodyPr/>
          <a:lstStyle/>
          <a:p>
            <a:fld id="{2F3293E2-F474-430A-8ABA-DA6974960ACA}" type="slidenum">
              <a:rPr lang="en-US" smtClean="0"/>
              <a:t>‹#›</a:t>
            </a:fld>
            <a:endParaRPr lang="en-US"/>
          </a:p>
        </p:txBody>
      </p:sp>
    </p:spTree>
    <p:extLst>
      <p:ext uri="{BB962C8B-B14F-4D97-AF65-F5344CB8AC3E}">
        <p14:creationId xmlns:p14="http://schemas.microsoft.com/office/powerpoint/2010/main" val="2996183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01EB7-DA8A-AE2D-7966-7B69F7A34F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07C05D6-9DFF-F615-FBC1-E473638AF2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B16835-6593-1D48-95E8-4DE9290478DD}"/>
              </a:ext>
            </a:extLst>
          </p:cNvPr>
          <p:cNvSpPr>
            <a:spLocks noGrp="1"/>
          </p:cNvSpPr>
          <p:nvPr>
            <p:ph type="dt" sz="half" idx="10"/>
          </p:nvPr>
        </p:nvSpPr>
        <p:spPr/>
        <p:txBody>
          <a:bodyPr/>
          <a:lstStyle/>
          <a:p>
            <a:fld id="{68B6EF23-539F-4727-8DF6-8BC99B15509D}" type="datetimeFigureOut">
              <a:rPr lang="en-US" smtClean="0"/>
              <a:t>4/15/2026</a:t>
            </a:fld>
            <a:endParaRPr lang="en-US"/>
          </a:p>
        </p:txBody>
      </p:sp>
      <p:sp>
        <p:nvSpPr>
          <p:cNvPr id="5" name="Footer Placeholder 4">
            <a:extLst>
              <a:ext uri="{FF2B5EF4-FFF2-40B4-BE49-F238E27FC236}">
                <a16:creationId xmlns:a16="http://schemas.microsoft.com/office/drawing/2014/main" id="{430D4328-73CE-ACE5-F08F-5AB97EF887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726CE5-1C9C-DC5D-04DA-CE5E6D17200C}"/>
              </a:ext>
            </a:extLst>
          </p:cNvPr>
          <p:cNvSpPr>
            <a:spLocks noGrp="1"/>
          </p:cNvSpPr>
          <p:nvPr>
            <p:ph type="sldNum" sz="quarter" idx="12"/>
          </p:nvPr>
        </p:nvSpPr>
        <p:spPr/>
        <p:txBody>
          <a:bodyPr/>
          <a:lstStyle/>
          <a:p>
            <a:fld id="{2F3293E2-F474-430A-8ABA-DA6974960ACA}" type="slidenum">
              <a:rPr lang="en-US" smtClean="0"/>
              <a:t>‹#›</a:t>
            </a:fld>
            <a:endParaRPr lang="en-US"/>
          </a:p>
        </p:txBody>
      </p:sp>
    </p:spTree>
    <p:extLst>
      <p:ext uri="{BB962C8B-B14F-4D97-AF65-F5344CB8AC3E}">
        <p14:creationId xmlns:p14="http://schemas.microsoft.com/office/powerpoint/2010/main" val="1229627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3BA43-0874-51EF-65C2-05BDEB7711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902205-EA94-E40F-245A-BAB7F082AC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CD8709-B380-8DB6-D327-5607A74867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ED7294-A190-2881-A076-D8FB94E7813B}"/>
              </a:ext>
            </a:extLst>
          </p:cNvPr>
          <p:cNvSpPr>
            <a:spLocks noGrp="1"/>
          </p:cNvSpPr>
          <p:nvPr>
            <p:ph type="dt" sz="half" idx="10"/>
          </p:nvPr>
        </p:nvSpPr>
        <p:spPr/>
        <p:txBody>
          <a:bodyPr/>
          <a:lstStyle/>
          <a:p>
            <a:fld id="{68B6EF23-539F-4727-8DF6-8BC99B15509D}" type="datetimeFigureOut">
              <a:rPr lang="en-US" smtClean="0"/>
              <a:t>4/15/2026</a:t>
            </a:fld>
            <a:endParaRPr lang="en-US"/>
          </a:p>
        </p:txBody>
      </p:sp>
      <p:sp>
        <p:nvSpPr>
          <p:cNvPr id="6" name="Footer Placeholder 5">
            <a:extLst>
              <a:ext uri="{FF2B5EF4-FFF2-40B4-BE49-F238E27FC236}">
                <a16:creationId xmlns:a16="http://schemas.microsoft.com/office/drawing/2014/main" id="{547CC5BE-3C07-8687-2D1F-C05AAED781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E82839-C860-7BD1-DBCB-65B4B73C3FE5}"/>
              </a:ext>
            </a:extLst>
          </p:cNvPr>
          <p:cNvSpPr>
            <a:spLocks noGrp="1"/>
          </p:cNvSpPr>
          <p:nvPr>
            <p:ph type="sldNum" sz="quarter" idx="12"/>
          </p:nvPr>
        </p:nvSpPr>
        <p:spPr/>
        <p:txBody>
          <a:bodyPr/>
          <a:lstStyle/>
          <a:p>
            <a:fld id="{2F3293E2-F474-430A-8ABA-DA6974960ACA}" type="slidenum">
              <a:rPr lang="en-US" smtClean="0"/>
              <a:t>‹#›</a:t>
            </a:fld>
            <a:endParaRPr lang="en-US"/>
          </a:p>
        </p:txBody>
      </p:sp>
    </p:spTree>
    <p:extLst>
      <p:ext uri="{BB962C8B-B14F-4D97-AF65-F5344CB8AC3E}">
        <p14:creationId xmlns:p14="http://schemas.microsoft.com/office/powerpoint/2010/main" val="3202848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F7037-F542-4B38-29C4-845E249DD9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47BBD3-E680-B10B-970E-EE61B4F12D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E685AA-28E0-55A0-BE78-3435F26516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28DEF0-0495-70AB-B57C-F20BE465B7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55327B-E068-1A09-E159-761961FDC7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DB90AE-0156-265A-DD0F-A08ADED14DD0}"/>
              </a:ext>
            </a:extLst>
          </p:cNvPr>
          <p:cNvSpPr>
            <a:spLocks noGrp="1"/>
          </p:cNvSpPr>
          <p:nvPr>
            <p:ph type="dt" sz="half" idx="10"/>
          </p:nvPr>
        </p:nvSpPr>
        <p:spPr/>
        <p:txBody>
          <a:bodyPr/>
          <a:lstStyle/>
          <a:p>
            <a:fld id="{68B6EF23-539F-4727-8DF6-8BC99B15509D}" type="datetimeFigureOut">
              <a:rPr lang="en-US" smtClean="0"/>
              <a:t>4/15/2026</a:t>
            </a:fld>
            <a:endParaRPr lang="en-US"/>
          </a:p>
        </p:txBody>
      </p:sp>
      <p:sp>
        <p:nvSpPr>
          <p:cNvPr id="8" name="Footer Placeholder 7">
            <a:extLst>
              <a:ext uri="{FF2B5EF4-FFF2-40B4-BE49-F238E27FC236}">
                <a16:creationId xmlns:a16="http://schemas.microsoft.com/office/drawing/2014/main" id="{ED41ED78-8EF1-1417-2164-EA3670786C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EEC968-0872-4E39-9D0A-B6EDCB5F5E8C}"/>
              </a:ext>
            </a:extLst>
          </p:cNvPr>
          <p:cNvSpPr>
            <a:spLocks noGrp="1"/>
          </p:cNvSpPr>
          <p:nvPr>
            <p:ph type="sldNum" sz="quarter" idx="12"/>
          </p:nvPr>
        </p:nvSpPr>
        <p:spPr/>
        <p:txBody>
          <a:bodyPr/>
          <a:lstStyle/>
          <a:p>
            <a:fld id="{2F3293E2-F474-430A-8ABA-DA6974960ACA}" type="slidenum">
              <a:rPr lang="en-US" smtClean="0"/>
              <a:t>‹#›</a:t>
            </a:fld>
            <a:endParaRPr lang="en-US"/>
          </a:p>
        </p:txBody>
      </p:sp>
    </p:spTree>
    <p:extLst>
      <p:ext uri="{BB962C8B-B14F-4D97-AF65-F5344CB8AC3E}">
        <p14:creationId xmlns:p14="http://schemas.microsoft.com/office/powerpoint/2010/main" val="1966087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161A-7D41-F899-1AA3-1D67EC524C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BC23B3-751D-41FE-1355-13C9A271BAC1}"/>
              </a:ext>
            </a:extLst>
          </p:cNvPr>
          <p:cNvSpPr>
            <a:spLocks noGrp="1"/>
          </p:cNvSpPr>
          <p:nvPr>
            <p:ph type="dt" sz="half" idx="10"/>
          </p:nvPr>
        </p:nvSpPr>
        <p:spPr/>
        <p:txBody>
          <a:bodyPr/>
          <a:lstStyle/>
          <a:p>
            <a:fld id="{68B6EF23-539F-4727-8DF6-8BC99B15509D}" type="datetimeFigureOut">
              <a:rPr lang="en-US" smtClean="0"/>
              <a:t>4/15/2026</a:t>
            </a:fld>
            <a:endParaRPr lang="en-US"/>
          </a:p>
        </p:txBody>
      </p:sp>
      <p:sp>
        <p:nvSpPr>
          <p:cNvPr id="4" name="Footer Placeholder 3">
            <a:extLst>
              <a:ext uri="{FF2B5EF4-FFF2-40B4-BE49-F238E27FC236}">
                <a16:creationId xmlns:a16="http://schemas.microsoft.com/office/drawing/2014/main" id="{55BEECBF-881F-CC12-3172-3FF71A0C593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5D1987-3598-3303-1DFE-5CD52E738B88}"/>
              </a:ext>
            </a:extLst>
          </p:cNvPr>
          <p:cNvSpPr>
            <a:spLocks noGrp="1"/>
          </p:cNvSpPr>
          <p:nvPr>
            <p:ph type="sldNum" sz="quarter" idx="12"/>
          </p:nvPr>
        </p:nvSpPr>
        <p:spPr/>
        <p:txBody>
          <a:bodyPr/>
          <a:lstStyle/>
          <a:p>
            <a:fld id="{2F3293E2-F474-430A-8ABA-DA6974960ACA}" type="slidenum">
              <a:rPr lang="en-US" smtClean="0"/>
              <a:t>‹#›</a:t>
            </a:fld>
            <a:endParaRPr lang="en-US"/>
          </a:p>
        </p:txBody>
      </p:sp>
    </p:spTree>
    <p:extLst>
      <p:ext uri="{BB962C8B-B14F-4D97-AF65-F5344CB8AC3E}">
        <p14:creationId xmlns:p14="http://schemas.microsoft.com/office/powerpoint/2010/main" val="1939674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02D361-94B9-97E3-BE51-B575AC5C9761}"/>
              </a:ext>
            </a:extLst>
          </p:cNvPr>
          <p:cNvSpPr>
            <a:spLocks noGrp="1"/>
          </p:cNvSpPr>
          <p:nvPr>
            <p:ph type="dt" sz="half" idx="10"/>
          </p:nvPr>
        </p:nvSpPr>
        <p:spPr/>
        <p:txBody>
          <a:bodyPr/>
          <a:lstStyle/>
          <a:p>
            <a:fld id="{68B6EF23-539F-4727-8DF6-8BC99B15509D}" type="datetimeFigureOut">
              <a:rPr lang="en-US" smtClean="0"/>
              <a:t>4/15/2026</a:t>
            </a:fld>
            <a:endParaRPr lang="en-US"/>
          </a:p>
        </p:txBody>
      </p:sp>
      <p:sp>
        <p:nvSpPr>
          <p:cNvPr id="3" name="Footer Placeholder 2">
            <a:extLst>
              <a:ext uri="{FF2B5EF4-FFF2-40B4-BE49-F238E27FC236}">
                <a16:creationId xmlns:a16="http://schemas.microsoft.com/office/drawing/2014/main" id="{3B959BCF-FFDC-91E4-AC52-5F7EED4B4C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EE331F-A18F-321D-6884-F92D06E7B907}"/>
              </a:ext>
            </a:extLst>
          </p:cNvPr>
          <p:cNvSpPr>
            <a:spLocks noGrp="1"/>
          </p:cNvSpPr>
          <p:nvPr>
            <p:ph type="sldNum" sz="quarter" idx="12"/>
          </p:nvPr>
        </p:nvSpPr>
        <p:spPr/>
        <p:txBody>
          <a:bodyPr/>
          <a:lstStyle/>
          <a:p>
            <a:fld id="{2F3293E2-F474-430A-8ABA-DA6974960ACA}" type="slidenum">
              <a:rPr lang="en-US" smtClean="0"/>
              <a:t>‹#›</a:t>
            </a:fld>
            <a:endParaRPr lang="en-US"/>
          </a:p>
        </p:txBody>
      </p:sp>
    </p:spTree>
    <p:extLst>
      <p:ext uri="{BB962C8B-B14F-4D97-AF65-F5344CB8AC3E}">
        <p14:creationId xmlns:p14="http://schemas.microsoft.com/office/powerpoint/2010/main" val="2028411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58283-53F9-94C8-38ED-FA27D41436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E5CE5C-2ADB-A602-4FCA-FB9E43FB96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333A0D-C7F9-839F-E7B6-D096B8304B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0BADD3-B388-3599-FB64-2A632C27E554}"/>
              </a:ext>
            </a:extLst>
          </p:cNvPr>
          <p:cNvSpPr>
            <a:spLocks noGrp="1"/>
          </p:cNvSpPr>
          <p:nvPr>
            <p:ph type="dt" sz="half" idx="10"/>
          </p:nvPr>
        </p:nvSpPr>
        <p:spPr/>
        <p:txBody>
          <a:bodyPr/>
          <a:lstStyle/>
          <a:p>
            <a:fld id="{68B6EF23-539F-4727-8DF6-8BC99B15509D}" type="datetimeFigureOut">
              <a:rPr lang="en-US" smtClean="0"/>
              <a:t>4/15/2026</a:t>
            </a:fld>
            <a:endParaRPr lang="en-US"/>
          </a:p>
        </p:txBody>
      </p:sp>
      <p:sp>
        <p:nvSpPr>
          <p:cNvPr id="6" name="Footer Placeholder 5">
            <a:extLst>
              <a:ext uri="{FF2B5EF4-FFF2-40B4-BE49-F238E27FC236}">
                <a16:creationId xmlns:a16="http://schemas.microsoft.com/office/drawing/2014/main" id="{6D48B883-8B29-B571-AB85-D36B043601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862A7C-643E-07CA-B5A0-679522DBED98}"/>
              </a:ext>
            </a:extLst>
          </p:cNvPr>
          <p:cNvSpPr>
            <a:spLocks noGrp="1"/>
          </p:cNvSpPr>
          <p:nvPr>
            <p:ph type="sldNum" sz="quarter" idx="12"/>
          </p:nvPr>
        </p:nvSpPr>
        <p:spPr/>
        <p:txBody>
          <a:bodyPr/>
          <a:lstStyle/>
          <a:p>
            <a:fld id="{2F3293E2-F474-430A-8ABA-DA6974960ACA}" type="slidenum">
              <a:rPr lang="en-US" smtClean="0"/>
              <a:t>‹#›</a:t>
            </a:fld>
            <a:endParaRPr lang="en-US"/>
          </a:p>
        </p:txBody>
      </p:sp>
    </p:spTree>
    <p:extLst>
      <p:ext uri="{BB962C8B-B14F-4D97-AF65-F5344CB8AC3E}">
        <p14:creationId xmlns:p14="http://schemas.microsoft.com/office/powerpoint/2010/main" val="1119865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3DBE1-FBE6-5818-F139-C1E99B128F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5573BED-36E2-A283-F2B1-BD440FCBDA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A8B784-64E3-F9DE-5382-CB89B2AD6F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64F150-2A03-DE68-17F5-A0F508E94C9B}"/>
              </a:ext>
            </a:extLst>
          </p:cNvPr>
          <p:cNvSpPr>
            <a:spLocks noGrp="1"/>
          </p:cNvSpPr>
          <p:nvPr>
            <p:ph type="dt" sz="half" idx="10"/>
          </p:nvPr>
        </p:nvSpPr>
        <p:spPr/>
        <p:txBody>
          <a:bodyPr/>
          <a:lstStyle/>
          <a:p>
            <a:fld id="{68B6EF23-539F-4727-8DF6-8BC99B15509D}" type="datetimeFigureOut">
              <a:rPr lang="en-US" smtClean="0"/>
              <a:t>4/15/2026</a:t>
            </a:fld>
            <a:endParaRPr lang="en-US"/>
          </a:p>
        </p:txBody>
      </p:sp>
      <p:sp>
        <p:nvSpPr>
          <p:cNvPr id="6" name="Footer Placeholder 5">
            <a:extLst>
              <a:ext uri="{FF2B5EF4-FFF2-40B4-BE49-F238E27FC236}">
                <a16:creationId xmlns:a16="http://schemas.microsoft.com/office/drawing/2014/main" id="{93CA45E0-8EFC-F2F7-6CF5-16AF8F7F89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A8224D-9077-7D50-EA86-6BDBAD79CBCD}"/>
              </a:ext>
            </a:extLst>
          </p:cNvPr>
          <p:cNvSpPr>
            <a:spLocks noGrp="1"/>
          </p:cNvSpPr>
          <p:nvPr>
            <p:ph type="sldNum" sz="quarter" idx="12"/>
          </p:nvPr>
        </p:nvSpPr>
        <p:spPr/>
        <p:txBody>
          <a:bodyPr/>
          <a:lstStyle/>
          <a:p>
            <a:fld id="{2F3293E2-F474-430A-8ABA-DA6974960ACA}" type="slidenum">
              <a:rPr lang="en-US" smtClean="0"/>
              <a:t>‹#›</a:t>
            </a:fld>
            <a:endParaRPr lang="en-US"/>
          </a:p>
        </p:txBody>
      </p:sp>
    </p:spTree>
    <p:extLst>
      <p:ext uri="{BB962C8B-B14F-4D97-AF65-F5344CB8AC3E}">
        <p14:creationId xmlns:p14="http://schemas.microsoft.com/office/powerpoint/2010/main" val="331024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E1F63-2DC2-1416-DDEB-A053E2CBB5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B43D7A-4CC6-2FFA-F921-42A440EF64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B1830D-A0EA-56BC-CF3E-F389F36E16E4}"/>
              </a:ext>
            </a:extLst>
          </p:cNvPr>
          <p:cNvSpPr>
            <a:spLocks noGrp="1"/>
          </p:cNvSpPr>
          <p:nvPr>
            <p:ph type="dt" sz="half" idx="10"/>
          </p:nvPr>
        </p:nvSpPr>
        <p:spPr/>
        <p:txBody>
          <a:bodyPr/>
          <a:lstStyle/>
          <a:p>
            <a:fld id="{68B6EF23-539F-4727-8DF6-8BC99B15509D}" type="datetimeFigureOut">
              <a:rPr lang="en-US" smtClean="0"/>
              <a:t>4/15/2026</a:t>
            </a:fld>
            <a:endParaRPr lang="en-US"/>
          </a:p>
        </p:txBody>
      </p:sp>
      <p:sp>
        <p:nvSpPr>
          <p:cNvPr id="5" name="Footer Placeholder 4">
            <a:extLst>
              <a:ext uri="{FF2B5EF4-FFF2-40B4-BE49-F238E27FC236}">
                <a16:creationId xmlns:a16="http://schemas.microsoft.com/office/drawing/2014/main" id="{6986DC26-3D73-B5BA-D578-3007F2177A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3E1086-CDDC-4A79-F0E7-A14F59E06441}"/>
              </a:ext>
            </a:extLst>
          </p:cNvPr>
          <p:cNvSpPr>
            <a:spLocks noGrp="1"/>
          </p:cNvSpPr>
          <p:nvPr>
            <p:ph type="sldNum" sz="quarter" idx="12"/>
          </p:nvPr>
        </p:nvSpPr>
        <p:spPr/>
        <p:txBody>
          <a:bodyPr/>
          <a:lstStyle/>
          <a:p>
            <a:fld id="{2F3293E2-F474-430A-8ABA-DA6974960ACA}" type="slidenum">
              <a:rPr lang="en-US" smtClean="0"/>
              <a:t>‹#›</a:t>
            </a:fld>
            <a:endParaRPr lang="en-US"/>
          </a:p>
        </p:txBody>
      </p:sp>
    </p:spTree>
    <p:extLst>
      <p:ext uri="{BB962C8B-B14F-4D97-AF65-F5344CB8AC3E}">
        <p14:creationId xmlns:p14="http://schemas.microsoft.com/office/powerpoint/2010/main" val="1699985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36DE3D-A4E0-A6BF-B720-6D0CA6EA5D3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D6DB93-D1BF-8CC4-59C3-011B69CC33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B15C6C-8083-2A0E-F133-BC98ACA8DC1B}"/>
              </a:ext>
            </a:extLst>
          </p:cNvPr>
          <p:cNvSpPr>
            <a:spLocks noGrp="1"/>
          </p:cNvSpPr>
          <p:nvPr>
            <p:ph type="dt" sz="half" idx="10"/>
          </p:nvPr>
        </p:nvSpPr>
        <p:spPr/>
        <p:txBody>
          <a:bodyPr/>
          <a:lstStyle/>
          <a:p>
            <a:fld id="{68B6EF23-539F-4727-8DF6-8BC99B15509D}" type="datetimeFigureOut">
              <a:rPr lang="en-US" smtClean="0"/>
              <a:t>4/15/2026</a:t>
            </a:fld>
            <a:endParaRPr lang="en-US"/>
          </a:p>
        </p:txBody>
      </p:sp>
      <p:sp>
        <p:nvSpPr>
          <p:cNvPr id="5" name="Footer Placeholder 4">
            <a:extLst>
              <a:ext uri="{FF2B5EF4-FFF2-40B4-BE49-F238E27FC236}">
                <a16:creationId xmlns:a16="http://schemas.microsoft.com/office/drawing/2014/main" id="{E7544DAF-10A9-AF7C-388C-E507C6B8E7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5E30EB-ED1C-33FE-12E1-F020DF372B96}"/>
              </a:ext>
            </a:extLst>
          </p:cNvPr>
          <p:cNvSpPr>
            <a:spLocks noGrp="1"/>
          </p:cNvSpPr>
          <p:nvPr>
            <p:ph type="sldNum" sz="quarter" idx="12"/>
          </p:nvPr>
        </p:nvSpPr>
        <p:spPr/>
        <p:txBody>
          <a:bodyPr/>
          <a:lstStyle/>
          <a:p>
            <a:fld id="{2F3293E2-F474-430A-8ABA-DA6974960ACA}" type="slidenum">
              <a:rPr lang="en-US" smtClean="0"/>
              <a:t>‹#›</a:t>
            </a:fld>
            <a:endParaRPr lang="en-US"/>
          </a:p>
        </p:txBody>
      </p:sp>
    </p:spTree>
    <p:extLst>
      <p:ext uri="{BB962C8B-B14F-4D97-AF65-F5344CB8AC3E}">
        <p14:creationId xmlns:p14="http://schemas.microsoft.com/office/powerpoint/2010/main" val="4236807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CCE8AC-4E18-E4E7-E989-05C83A9A1E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E22552-9A2A-631E-02B3-93AAEA6D6B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5AA3F4-1318-2B33-2864-9DFD1BDA05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B6EF23-539F-4727-8DF6-8BC99B15509D}" type="datetimeFigureOut">
              <a:rPr lang="en-US" smtClean="0"/>
              <a:t>4/15/2026</a:t>
            </a:fld>
            <a:endParaRPr lang="en-US"/>
          </a:p>
        </p:txBody>
      </p:sp>
      <p:sp>
        <p:nvSpPr>
          <p:cNvPr id="5" name="Footer Placeholder 4">
            <a:extLst>
              <a:ext uri="{FF2B5EF4-FFF2-40B4-BE49-F238E27FC236}">
                <a16:creationId xmlns:a16="http://schemas.microsoft.com/office/drawing/2014/main" id="{B03FB732-66CB-FBAF-7AB8-E07E7763C8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793D03C-8EF4-701A-73BF-A121118D13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3293E2-F474-430A-8ABA-DA6974960ACA}" type="slidenum">
              <a:rPr lang="en-US" smtClean="0"/>
              <a:t>‹#›</a:t>
            </a:fld>
            <a:endParaRPr lang="en-US"/>
          </a:p>
        </p:txBody>
      </p:sp>
    </p:spTree>
    <p:extLst>
      <p:ext uri="{BB962C8B-B14F-4D97-AF65-F5344CB8AC3E}">
        <p14:creationId xmlns:p14="http://schemas.microsoft.com/office/powerpoint/2010/main" val="3759801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36" name="Rectangle 1035">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We're effectively alone in the Universe, and that's OK - Ars Technica">
            <a:extLst>
              <a:ext uri="{FF2B5EF4-FFF2-40B4-BE49-F238E27FC236}">
                <a16:creationId xmlns:a16="http://schemas.microsoft.com/office/drawing/2014/main" id="{C2DC4113-8E46-0F1D-FB98-80D68A6309E8}"/>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b="15730"/>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BC239EC-D1AA-8ADC-603F-6EAA368531DE}"/>
              </a:ext>
            </a:extLst>
          </p:cNvPr>
          <p:cNvSpPr>
            <a:spLocks noGrp="1"/>
          </p:cNvSpPr>
          <p:nvPr>
            <p:ph type="ctrTitle"/>
          </p:nvPr>
        </p:nvSpPr>
        <p:spPr>
          <a:xfrm>
            <a:off x="1524000" y="1122362"/>
            <a:ext cx="9144000" cy="2900518"/>
          </a:xfrm>
        </p:spPr>
        <p:txBody>
          <a:bodyPr>
            <a:normAutofit/>
          </a:bodyPr>
          <a:lstStyle/>
          <a:p>
            <a:r>
              <a:rPr lang="en-US">
                <a:solidFill>
                  <a:srgbClr val="FFFFFF"/>
                </a:solidFill>
              </a:rPr>
              <a:t>Are we alone in the universe?</a:t>
            </a:r>
          </a:p>
        </p:txBody>
      </p:sp>
      <p:sp>
        <p:nvSpPr>
          <p:cNvPr id="3" name="Subtitle 2">
            <a:extLst>
              <a:ext uri="{FF2B5EF4-FFF2-40B4-BE49-F238E27FC236}">
                <a16:creationId xmlns:a16="http://schemas.microsoft.com/office/drawing/2014/main" id="{D32D96F4-EEC1-2621-6F65-028C99CFF1E9}"/>
              </a:ext>
            </a:extLst>
          </p:cNvPr>
          <p:cNvSpPr>
            <a:spLocks noGrp="1"/>
          </p:cNvSpPr>
          <p:nvPr>
            <p:ph type="subTitle" idx="1"/>
          </p:nvPr>
        </p:nvSpPr>
        <p:spPr>
          <a:xfrm>
            <a:off x="1524000" y="4159404"/>
            <a:ext cx="9144000" cy="1098395"/>
          </a:xfrm>
        </p:spPr>
        <p:txBody>
          <a:bodyPr>
            <a:normAutofit/>
          </a:bodyPr>
          <a:lstStyle/>
          <a:p>
            <a:endParaRPr lang="en-US">
              <a:solidFill>
                <a:srgbClr val="FFFFFF"/>
              </a:solidFill>
            </a:endParaRPr>
          </a:p>
        </p:txBody>
      </p:sp>
    </p:spTree>
    <p:extLst>
      <p:ext uri="{BB962C8B-B14F-4D97-AF65-F5344CB8AC3E}">
        <p14:creationId xmlns:p14="http://schemas.microsoft.com/office/powerpoint/2010/main" val="343844544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1016C-69F2-5E5E-2A68-ACB82527C01B}"/>
              </a:ext>
            </a:extLst>
          </p:cNvPr>
          <p:cNvSpPr>
            <a:spLocks noGrp="1"/>
          </p:cNvSpPr>
          <p:nvPr>
            <p:ph type="title"/>
          </p:nvPr>
        </p:nvSpPr>
        <p:spPr/>
        <p:txBody>
          <a:bodyPr/>
          <a:lstStyle/>
          <a:p>
            <a:r>
              <a:rPr lang="en-US"/>
              <a:t>Fermi Paradox</a:t>
            </a:r>
          </a:p>
        </p:txBody>
      </p:sp>
      <p:sp>
        <p:nvSpPr>
          <p:cNvPr id="3" name="Content Placeholder 2">
            <a:extLst>
              <a:ext uri="{FF2B5EF4-FFF2-40B4-BE49-F238E27FC236}">
                <a16:creationId xmlns:a16="http://schemas.microsoft.com/office/drawing/2014/main" id="{EA2A63B1-D77E-4C79-2CB0-FFED0A568B1A}"/>
              </a:ext>
            </a:extLst>
          </p:cNvPr>
          <p:cNvSpPr>
            <a:spLocks noGrp="1"/>
          </p:cNvSpPr>
          <p:nvPr>
            <p:ph idx="1"/>
          </p:nvPr>
        </p:nvSpPr>
        <p:spPr/>
        <p:txBody>
          <a:bodyPr/>
          <a:lstStyle/>
          <a:p>
            <a:pPr marL="0" indent="0">
              <a:buNone/>
            </a:pPr>
            <a:r>
              <a:rPr lang="en-US"/>
              <a:t>The Fermi paradox is the discrepancy between the lack of conclusive evidence of advanced extraterrestrial life and the apparently high likelihood of its existence.</a:t>
            </a:r>
          </a:p>
          <a:p>
            <a:pPr marL="0" indent="0">
              <a:buNone/>
            </a:pPr>
            <a:endParaRPr lang="en-US"/>
          </a:p>
          <a:p>
            <a:pPr marL="0" indent="0">
              <a:buNone/>
            </a:pPr>
            <a:r>
              <a:rPr lang="en-US"/>
              <a:t>There is a extremely high likelihood of its existence, but why haven’t we found any yet?</a:t>
            </a:r>
          </a:p>
          <a:p>
            <a:pPr marL="0" indent="0">
              <a:buNone/>
            </a:pPr>
            <a:endParaRPr lang="en-US"/>
          </a:p>
        </p:txBody>
      </p:sp>
    </p:spTree>
    <p:extLst>
      <p:ext uri="{BB962C8B-B14F-4D97-AF65-F5344CB8AC3E}">
        <p14:creationId xmlns:p14="http://schemas.microsoft.com/office/powerpoint/2010/main" val="3531834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A4330D-B5DC-59F6-0461-C8AA7698B7B3}"/>
              </a:ext>
            </a:extLst>
          </p:cNvPr>
          <p:cNvSpPr>
            <a:spLocks noGrp="1"/>
          </p:cNvSpPr>
          <p:nvPr>
            <p:ph type="title"/>
          </p:nvPr>
        </p:nvSpPr>
        <p:spPr>
          <a:xfrm>
            <a:off x="1008184" y="174032"/>
            <a:ext cx="10175631" cy="1111843"/>
          </a:xfrm>
        </p:spPr>
        <p:txBody>
          <a:bodyPr anchor="ctr">
            <a:normAutofit/>
          </a:bodyPr>
          <a:lstStyle/>
          <a:p>
            <a:pPr algn="ctr"/>
            <a:r>
              <a:rPr lang="en-US" sz="4000"/>
              <a:t>The Fermi Paradox</a:t>
            </a:r>
          </a:p>
        </p:txBody>
      </p:sp>
      <p:sp>
        <p:nvSpPr>
          <p:cNvPr id="3" name="Content Placeholder 2">
            <a:extLst>
              <a:ext uri="{FF2B5EF4-FFF2-40B4-BE49-F238E27FC236}">
                <a16:creationId xmlns:a16="http://schemas.microsoft.com/office/drawing/2014/main" id="{2728927A-127B-16CB-9D64-B6ABB7CAAFEE}"/>
              </a:ext>
            </a:extLst>
          </p:cNvPr>
          <p:cNvSpPr>
            <a:spLocks noGrp="1"/>
          </p:cNvSpPr>
          <p:nvPr>
            <p:ph idx="1"/>
          </p:nvPr>
        </p:nvSpPr>
        <p:spPr>
          <a:xfrm>
            <a:off x="1008184" y="1459907"/>
            <a:ext cx="10175630" cy="767904"/>
          </a:xfrm>
        </p:spPr>
        <p:txBody>
          <a:bodyPr anchor="ctr">
            <a:normAutofit fontScale="85000" lnSpcReduction="10000"/>
          </a:bodyPr>
          <a:lstStyle/>
          <a:p>
            <a:pPr algn="ctr"/>
            <a:r>
              <a:rPr lang="en-US" sz="2000"/>
              <a:t>The Drake Equation estimates the number of active, communicative extraterrestrial civilizations in our galaxy. It multiplies several probabilities related to star formation, planet formation, the development of life, and technological advancement to gauge how many civilizations might be out there.</a:t>
            </a:r>
          </a:p>
        </p:txBody>
      </p:sp>
      <p:pic>
        <p:nvPicPr>
          <p:cNvPr id="2050" name="Picture 2" descr="Is Anybody Out There? Fermi's Paradox and Alien Existence — KMI">
            <a:extLst>
              <a:ext uri="{FF2B5EF4-FFF2-40B4-BE49-F238E27FC236}">
                <a16:creationId xmlns:a16="http://schemas.microsoft.com/office/drawing/2014/main" id="{684549D5-B2B7-A270-A246-4BF3F317DC9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636503" y="2405149"/>
            <a:ext cx="8912896" cy="3899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3933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88B7A0-6FC7-313B-40F2-D75F56606BA1}"/>
              </a:ext>
            </a:extLst>
          </p:cNvPr>
          <p:cNvSpPr>
            <a:spLocks noGrp="1"/>
          </p:cNvSpPr>
          <p:nvPr>
            <p:ph type="title"/>
          </p:nvPr>
        </p:nvSpPr>
        <p:spPr>
          <a:xfrm>
            <a:off x="4553733" y="548464"/>
            <a:ext cx="6798541" cy="1675623"/>
          </a:xfrm>
        </p:spPr>
        <p:txBody>
          <a:bodyPr anchor="b">
            <a:normAutofit/>
          </a:bodyPr>
          <a:lstStyle/>
          <a:p>
            <a:r>
              <a:rPr lang="en-US" sz="4000"/>
              <a:t>About the Fermi Paradox</a:t>
            </a:r>
          </a:p>
        </p:txBody>
      </p:sp>
      <p:pic>
        <p:nvPicPr>
          <p:cNvPr id="6" name="Picture 5" descr="A person in a white shirt and tie&#10;&#10;Description automatically generated">
            <a:extLst>
              <a:ext uri="{FF2B5EF4-FFF2-40B4-BE49-F238E27FC236}">
                <a16:creationId xmlns:a16="http://schemas.microsoft.com/office/drawing/2014/main" id="{9B6295EC-3A56-84C2-2683-57702C80B1DC}"/>
              </a:ext>
            </a:extLst>
          </p:cNvPr>
          <p:cNvPicPr>
            <a:picLocks noChangeAspect="1"/>
          </p:cNvPicPr>
          <p:nvPr/>
        </p:nvPicPr>
        <p:blipFill>
          <a:blip r:embed="rId2"/>
          <a:srcRect r="905"/>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B04E5291-13AD-6799-6729-8B7985B5AD7D}"/>
              </a:ext>
            </a:extLst>
          </p:cNvPr>
          <p:cNvSpPr>
            <a:spLocks noGrp="1"/>
          </p:cNvSpPr>
          <p:nvPr>
            <p:ph idx="1"/>
          </p:nvPr>
        </p:nvSpPr>
        <p:spPr>
          <a:xfrm>
            <a:off x="4553734" y="2409830"/>
            <a:ext cx="6798539" cy="3705217"/>
          </a:xfrm>
        </p:spPr>
        <p:txBody>
          <a:bodyPr>
            <a:normAutofit/>
          </a:bodyPr>
          <a:lstStyle/>
          <a:p>
            <a:r>
              <a:rPr lang="en-US" sz="2000"/>
              <a:t>Origin: Named after physicist Enrico Fermi who famously asked, “Where is everybody?”</a:t>
            </a:r>
          </a:p>
          <a:p>
            <a:r>
              <a:rPr lang="en-US" sz="2000"/>
              <a:t>Key Points:</a:t>
            </a:r>
          </a:p>
          <a:p>
            <a:endParaRPr lang="en-US" sz="2000"/>
          </a:p>
          <a:p>
            <a:r>
              <a:rPr lang="en-US" sz="2000"/>
              <a:t>Vastness of the universe.</a:t>
            </a:r>
          </a:p>
          <a:p>
            <a:endParaRPr lang="en-US" sz="2000"/>
          </a:p>
          <a:p>
            <a:r>
              <a:rPr lang="en-US" sz="2000"/>
              <a:t>High number of potentially habitable planets.</a:t>
            </a:r>
          </a:p>
          <a:p>
            <a:endParaRPr lang="en-US" sz="2000"/>
          </a:p>
          <a:p>
            <a:r>
              <a:rPr lang="en-US" sz="2000"/>
              <a:t>Silence from the cosmos.</a:t>
            </a:r>
          </a:p>
        </p:txBody>
      </p:sp>
    </p:spTree>
    <p:extLst>
      <p:ext uri="{BB962C8B-B14F-4D97-AF65-F5344CB8AC3E}">
        <p14:creationId xmlns:p14="http://schemas.microsoft.com/office/powerpoint/2010/main" val="3745444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5CC94-03E3-90BD-AA15-65B61A765F36}"/>
              </a:ext>
            </a:extLst>
          </p:cNvPr>
          <p:cNvSpPr>
            <a:spLocks noGrp="1"/>
          </p:cNvSpPr>
          <p:nvPr>
            <p:ph type="title"/>
          </p:nvPr>
        </p:nvSpPr>
        <p:spPr/>
        <p:txBody>
          <a:bodyPr/>
          <a:lstStyle/>
          <a:p>
            <a:r>
              <a:rPr lang="en-US"/>
              <a:t>Possible Solutions</a:t>
            </a:r>
          </a:p>
        </p:txBody>
      </p:sp>
      <p:sp>
        <p:nvSpPr>
          <p:cNvPr id="3" name="Content Placeholder 2">
            <a:extLst>
              <a:ext uri="{FF2B5EF4-FFF2-40B4-BE49-F238E27FC236}">
                <a16:creationId xmlns:a16="http://schemas.microsoft.com/office/drawing/2014/main" id="{B030C4C4-5EA3-F86F-4848-B8D6DDA882E2}"/>
              </a:ext>
            </a:extLst>
          </p:cNvPr>
          <p:cNvSpPr>
            <a:spLocks noGrp="1"/>
          </p:cNvSpPr>
          <p:nvPr>
            <p:ph idx="1"/>
          </p:nvPr>
        </p:nvSpPr>
        <p:spPr/>
        <p:txBody>
          <a:bodyPr>
            <a:normAutofit lnSpcReduction="10000"/>
          </a:bodyPr>
          <a:lstStyle/>
          <a:p>
            <a:r>
              <a:rPr lang="en-US"/>
              <a:t>Great Filter: Some step in the evolution of life is extremely hard to get past.</a:t>
            </a:r>
          </a:p>
          <a:p>
            <a:endParaRPr lang="en-US"/>
          </a:p>
          <a:p>
            <a:r>
              <a:rPr lang="en-US"/>
              <a:t>Rare Earth Hypothesis: Complex life is incredibly rare.</a:t>
            </a:r>
          </a:p>
          <a:p>
            <a:endParaRPr lang="en-US"/>
          </a:p>
          <a:p>
            <a:r>
              <a:rPr lang="en-US"/>
              <a:t>Galactic Zoo Hypothesis: Advanced civilizations are deliberately avoiding us.</a:t>
            </a:r>
          </a:p>
          <a:p>
            <a:endParaRPr lang="en-US"/>
          </a:p>
          <a:p>
            <a:r>
              <a:rPr lang="en-US"/>
              <a:t>Technological Limitations: We may not have the means to detect other civilizations yet.</a:t>
            </a:r>
          </a:p>
        </p:txBody>
      </p:sp>
    </p:spTree>
    <p:extLst>
      <p:ext uri="{BB962C8B-B14F-4D97-AF65-F5344CB8AC3E}">
        <p14:creationId xmlns:p14="http://schemas.microsoft.com/office/powerpoint/2010/main" val="3198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C95E8-454E-EFBC-A2CF-8430A70F0749}"/>
              </a:ext>
            </a:extLst>
          </p:cNvPr>
          <p:cNvSpPr>
            <a:spLocks noGrp="1"/>
          </p:cNvSpPr>
          <p:nvPr>
            <p:ph type="title"/>
          </p:nvPr>
        </p:nvSpPr>
        <p:spPr/>
        <p:txBody>
          <a:bodyPr/>
          <a:lstStyle/>
          <a:p>
            <a:r>
              <a:rPr lang="en-US"/>
              <a:t>The Great Filter</a:t>
            </a:r>
          </a:p>
        </p:txBody>
      </p:sp>
      <p:pic>
        <p:nvPicPr>
          <p:cNvPr id="4098" name="Picture 2" descr="The Fermi Paradox - Wait But Why">
            <a:extLst>
              <a:ext uri="{FF2B5EF4-FFF2-40B4-BE49-F238E27FC236}">
                <a16:creationId xmlns:a16="http://schemas.microsoft.com/office/drawing/2014/main" id="{BF2654F9-86FF-3A67-D993-78A751FCCD8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33947" y="1825625"/>
            <a:ext cx="612410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6941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219</Words>
  <Application>Microsoft Office PowerPoint</Application>
  <PresentationFormat>Widescreen</PresentationFormat>
  <Paragraphs>27</Paragraphs>
  <Slides>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Are we alone in the universe?</vt:lpstr>
      <vt:lpstr>Fermi Paradox</vt:lpstr>
      <vt:lpstr>The Fermi Paradox</vt:lpstr>
      <vt:lpstr>About the Fermi Paradox</vt:lpstr>
      <vt:lpstr>Possible Solutions</vt:lpstr>
      <vt:lpstr>The Great Filter</vt:lpstr>
    </vt:vector>
  </TitlesOfParts>
  <Company>Bellevue School District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 Lucas  (Student)</dc:creator>
  <cp:lastModifiedBy>Ma, Lucas  (Student)</cp:lastModifiedBy>
  <cp:revision>2</cp:revision>
  <dcterms:created xsi:type="dcterms:W3CDTF">2024-10-18T00:26:40Z</dcterms:created>
  <dcterms:modified xsi:type="dcterms:W3CDTF">2026-04-16T04:49:38Z</dcterms:modified>
</cp:coreProperties>
</file>