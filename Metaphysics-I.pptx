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4" r:id="rId6"/>
    <p:sldId id="263" r:id="rId7"/>
    <p:sldId id="267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D118C-3701-AACD-7B56-CDB2BC6555E8}" v="23" dt="2024-10-17T13:58:00.989"/>
    <p1510:client id="{A32C5A89-25BE-CEE9-32AF-BA88ACF392DC}" v="25" dt="2024-10-17T13:33:51.796"/>
    <p1510:client id="{A35300B5-231F-A71E-4C1F-10EE549353CB}" v="12" dt="2024-10-17T17:51:21.527"/>
    <p1510:client id="{B6E0C68E-5AD0-E265-DF00-27D2D462EEAB}" v="4" dt="2024-10-17T01:39:15.536"/>
    <p1510:client id="{D644F6E1-7109-4E28-8A49-E3F33F01E415}" v="1582" dt="2024-10-17T02:52:48.827"/>
    <p1510:client id="{F3076FA4-F110-B79A-8C80-9531DD85BFA3}" v="740" dt="2024-10-17T02:31:22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1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409E-E971-5596-C53B-1D2D5EAE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0907-A986-9F42-7DEE-81F087B5A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C9144-4F09-B613-03DC-F2FC4AA4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6109-43D8-5F18-B038-A801FD0A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A0AFA-7D03-918C-E932-C292018C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2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9888-F34E-7B2F-A3B5-832602B7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8E6BB-38B2-87D4-2BD2-D0B81855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FC466-7165-CCAB-0011-AD247362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D96A8-C385-4880-9A46-9F1DF9F2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D2448-8C41-2A08-4DE8-1CD0F271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1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FC48-3A39-E732-21CE-EC10AD0E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ECC79-7314-99BF-66F1-7B28AEF2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0716-71B8-D200-DE81-E46EF497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B6C5-E884-C01E-4780-98C787AE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219F0-D830-57EF-231A-74504795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324F-1389-59B3-5065-7A87E6B2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9EAE-BC86-EB8B-50FB-F3D7CDED3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9BB7C-494F-8C42-6543-0E7E44659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24AC4-433C-6C5E-90CB-A2585CB0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84619-EF80-2987-30DA-B24E4F9D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A6F4C-7548-F358-20F9-8A83CAB9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3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D81B-DB06-9150-34E9-F34A13C4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6C510-5D7F-12E4-10BF-16443672E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A317E-2940-16C6-5D4A-23C3322A9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DA9727-82A6-5370-850B-DB27CAC10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CAEC9-D827-C92E-F55C-7769E1F16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1BA25-2B66-CDEF-14EF-17B6AC6A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0D026-B4AE-C55B-2E2D-981A70AB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BFEAB-2DE0-A548-47D1-A9CFEF61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882A-AC80-0F1E-4187-0A72FCF8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FA0BE-5140-879E-46F0-AB977163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23A7D-EA8C-D9A0-D3B9-F2DF4DA9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67F0C-4A80-E117-474C-30738FC7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8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6D19C-6873-2837-8DCD-69075690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72AE0-C7F1-CE21-EA2F-ED90C788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F3CE7-8211-3249-B572-451BA2BA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4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D4F5-C340-597D-C6C6-49524C69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1B5FA-0B3E-23EF-9431-C982AB8F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A2A4B-E1FC-2E64-4D4C-46BD53043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06F15-2C85-F746-337F-231C2975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45847-114D-142F-A490-910D6B06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604C6-5520-A0E3-D73E-ECB6411B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7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BAD1-0383-C5CF-150F-EB6E25B1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DBABD-1C51-C4AB-38A3-2BC47AA28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84E0B-F526-7352-F103-FD617562B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8C31B-7888-C56D-7117-8939370B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99207-D935-42C5-D27C-79EC915B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05C5-9F29-8911-BC3A-FF611946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5138-5A05-0591-881D-0E9F6FC6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99F0B-906B-DF02-50DE-795DB4C34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59ED6-D45A-C672-2BC8-F938EEE3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59F7-F36E-34CA-B545-15DAB8CB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BA72-286F-6783-CE81-AA806A05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FB177-9BF7-1DF2-F46D-9BF52DBA4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722E8-2DAB-A95C-22E3-E2E22E7DD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E9BEC-905A-2703-2ED4-E890F5F7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646B1-DE77-9F47-7B7A-645DB7D4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1759-3BA7-834D-712A-CFC2762C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3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574FE-7B14-D05F-4811-27FE77B3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AD53C-1493-8101-9D22-942FD1069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D417-5790-FA78-5459-EFC7604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E81DB-FBE3-4A60-AF82-A10610D74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DEE9B-41D4-96F3-27C3-8F1C9A78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06D9E-2F44-0ADE-AF3D-26F11A793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E80E2-38D8-4AF9-9FA8-2CC98C0B4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3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Death of Socrates - MetCollects - The Metropolitan Museum of Art">
            <a:extLst>
              <a:ext uri="{FF2B5EF4-FFF2-40B4-BE49-F238E27FC236}">
                <a16:creationId xmlns:a16="http://schemas.microsoft.com/office/drawing/2014/main" id="{1FF2FFD5-6A21-0DFD-5413-59D9BB3A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EC8A5-D443-7919-C7C7-2B0206708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Philosophy Club 10/17/24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65274-D1B4-E19C-EB9C-58C60BB59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153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A06B-964F-C473-97EC-B737669F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6" y="-1764"/>
            <a:ext cx="12272433" cy="1318508"/>
          </a:xfrm>
        </p:spPr>
        <p:txBody>
          <a:bodyPr/>
          <a:lstStyle/>
          <a:p>
            <a:r>
              <a:rPr lang="en-US"/>
              <a:t>Introduction to Metaphysics </a:t>
            </a:r>
            <a:br>
              <a:rPr lang="en-US"/>
            </a:br>
            <a:r>
              <a:rPr lang="en-US"/>
              <a:t>(The first Philosophy/theology)</a:t>
            </a:r>
          </a:p>
        </p:txBody>
      </p:sp>
      <p:pic>
        <p:nvPicPr>
          <p:cNvPr id="5" name="Content Placeholder 4" descr="Philosophy - Aristotle and the Church">
            <a:extLst>
              <a:ext uri="{FF2B5EF4-FFF2-40B4-BE49-F238E27FC236}">
                <a16:creationId xmlns:a16="http://schemas.microsoft.com/office/drawing/2014/main" id="{3DF2AC8C-BA3A-10D0-AD8E-2E685FC6F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7" y="1317622"/>
            <a:ext cx="2640813" cy="34623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B83744-C123-E233-3ABD-798F5C85D635}"/>
              </a:ext>
            </a:extLst>
          </p:cNvPr>
          <p:cNvSpPr txBox="1"/>
          <p:nvPr/>
        </p:nvSpPr>
        <p:spPr>
          <a:xfrm>
            <a:off x="571500" y="4776610"/>
            <a:ext cx="24787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Plato &amp; Aristotle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CC4E7-A8BB-68D4-71D5-B623852A21D1}"/>
              </a:ext>
            </a:extLst>
          </p:cNvPr>
          <p:cNvSpPr txBox="1"/>
          <p:nvPr/>
        </p:nvSpPr>
        <p:spPr>
          <a:xfrm>
            <a:off x="3196167" y="3725332"/>
            <a:ext cx="50094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"Metaphysics is a dark ocean without shores or a lighthouse, strewn with many a philosophic wreck."</a:t>
            </a:r>
            <a:endParaRPr lang="en-US" sz="2400" dirty="0"/>
          </a:p>
        </p:txBody>
      </p:sp>
      <p:pic>
        <p:nvPicPr>
          <p:cNvPr id="11" name="Picture 10" descr="Who Was Immanuel Kant?">
            <a:extLst>
              <a:ext uri="{FF2B5EF4-FFF2-40B4-BE49-F238E27FC236}">
                <a16:creationId xmlns:a16="http://schemas.microsoft.com/office/drawing/2014/main" id="{4C825F9D-518C-FA72-CBE3-BF02C2FED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523" y="1390793"/>
            <a:ext cx="4175477" cy="24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38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9739CC-FD3C-60BB-792C-6EC20480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Etymology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0F0B-3AC8-DF8B-4855-CC6E61AE9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err="1">
                <a:solidFill>
                  <a:schemeClr val="tx2"/>
                </a:solidFill>
              </a:rPr>
              <a:t>Metá+phusiká</a:t>
            </a:r>
            <a:r>
              <a:rPr lang="en-US" sz="2400" dirty="0">
                <a:solidFill>
                  <a:schemeClr val="tx2"/>
                </a:solidFill>
              </a:rPr>
              <a:t> (What comes after the physics).</a:t>
            </a:r>
          </a:p>
        </p:txBody>
      </p:sp>
    </p:spTree>
    <p:extLst>
      <p:ext uri="{BB962C8B-B14F-4D97-AF65-F5344CB8AC3E}">
        <p14:creationId xmlns:p14="http://schemas.microsoft.com/office/powerpoint/2010/main" val="269803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E1E5C1-1C92-9470-387F-18B57D34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Theory of the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F7586-B8E0-75CA-BEFD-F9B8944B7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357" y="1638300"/>
            <a:ext cx="3330531" cy="3581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Most famous branch of Metaphysics</a:t>
            </a:r>
          </a:p>
        </p:txBody>
      </p:sp>
    </p:spTree>
    <p:extLst>
      <p:ext uri="{BB962C8B-B14F-4D97-AF65-F5344CB8AC3E}">
        <p14:creationId xmlns:p14="http://schemas.microsoft.com/office/powerpoint/2010/main" val="77671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6B2EA4-E886-2D2E-5EFE-616F9E66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Discussion #1 </a:t>
            </a:r>
            <a:b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Mind-body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E939-21BC-7AF7-9090-F4F427349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357" y="1638300"/>
            <a:ext cx="3330531" cy="3581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Is the mind and body a single being or separate?</a:t>
            </a:r>
          </a:p>
        </p:txBody>
      </p:sp>
    </p:spTree>
    <p:extLst>
      <p:ext uri="{BB962C8B-B14F-4D97-AF65-F5344CB8AC3E}">
        <p14:creationId xmlns:p14="http://schemas.microsoft.com/office/powerpoint/2010/main" val="23518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28A6AC-8B47-8E8A-27EA-57D7C3D2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Scary thought (Ockham’s (Occam’s) Razor)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29188-3150-152F-6B05-FD9A3AE06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The simplest definition for consciousness is a single mind that is hallucinating everything around it, and you have the only conscious mind about the universe.</a:t>
            </a:r>
          </a:p>
        </p:txBody>
      </p:sp>
    </p:spTree>
    <p:extLst>
      <p:ext uri="{BB962C8B-B14F-4D97-AF65-F5344CB8AC3E}">
        <p14:creationId xmlns:p14="http://schemas.microsoft.com/office/powerpoint/2010/main" val="49757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5187C-070A-ACAE-39D6-48D62B748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38196"/>
              </p:ext>
            </p:extLst>
          </p:nvPr>
        </p:nvGraphicFramePr>
        <p:xfrm>
          <a:off x="2210938" y="1450184"/>
          <a:ext cx="7560862" cy="3880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207">
                  <a:extLst>
                    <a:ext uri="{9D8B030D-6E8A-4147-A177-3AD203B41FA5}">
                      <a16:colId xmlns:a16="http://schemas.microsoft.com/office/drawing/2014/main" val="2910247883"/>
                    </a:ext>
                  </a:extLst>
                </a:gridCol>
                <a:gridCol w="2463207">
                  <a:extLst>
                    <a:ext uri="{9D8B030D-6E8A-4147-A177-3AD203B41FA5}">
                      <a16:colId xmlns:a16="http://schemas.microsoft.com/office/drawing/2014/main" val="984230402"/>
                    </a:ext>
                  </a:extLst>
                </a:gridCol>
                <a:gridCol w="2634448">
                  <a:extLst>
                    <a:ext uri="{9D8B030D-6E8A-4147-A177-3AD203B41FA5}">
                      <a16:colId xmlns:a16="http://schemas.microsoft.com/office/drawing/2014/main" val="936084246"/>
                    </a:ext>
                  </a:extLst>
                </a:gridCol>
              </a:tblGrid>
              <a:tr h="864827">
                <a:tc>
                  <a:txBody>
                    <a:bodyPr/>
                    <a:lstStyle/>
                    <a:p>
                      <a:endParaRPr lang="en-US" sz="1700"/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Mind exists and can control the individual</a:t>
                      </a:r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Mind does not exist and therefore cannot control the individual</a:t>
                      </a:r>
                    </a:p>
                  </a:txBody>
                  <a:tcPr marL="83133" marR="83133" marT="41567" marB="41567"/>
                </a:tc>
                <a:extLst>
                  <a:ext uri="{0D108BD9-81ED-4DB2-BD59-A6C34878D82A}">
                    <a16:rowId xmlns:a16="http://schemas.microsoft.com/office/drawing/2014/main" val="89181956"/>
                  </a:ext>
                </a:extLst>
              </a:tr>
              <a:tr h="1116986">
                <a:tc>
                  <a:txBody>
                    <a:bodyPr/>
                    <a:lstStyle/>
                    <a:p>
                      <a:r>
                        <a:rPr lang="en-US" sz="1700"/>
                        <a:t>Body (including the physical brain) can control the individual</a:t>
                      </a:r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Interactionism (Both body and mind can control what a person does)</a:t>
                      </a:r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Physicalism (Mind is nothing but chemicals and reactions)</a:t>
                      </a:r>
                    </a:p>
                  </a:txBody>
                  <a:tcPr marL="83133" marR="83133" marT="41567" marB="41567"/>
                </a:tc>
                <a:extLst>
                  <a:ext uri="{0D108BD9-81ED-4DB2-BD59-A6C34878D82A}">
                    <a16:rowId xmlns:a16="http://schemas.microsoft.com/office/drawing/2014/main" val="2486337311"/>
                  </a:ext>
                </a:extLst>
              </a:tr>
              <a:tr h="1873462">
                <a:tc>
                  <a:txBody>
                    <a:bodyPr/>
                    <a:lstStyle/>
                    <a:p>
                      <a:r>
                        <a:rPr lang="en-US" sz="1700"/>
                        <a:t>Body (including the physical brain) cannot control the human</a:t>
                      </a:r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/>
                        <a:t>Solipsism, </a:t>
                      </a:r>
                      <a:r>
                        <a:rPr lang="en-US" sz="1700" dirty="0"/>
                        <a:t>where only the mind exists and everything else is a hallucination.</a:t>
                      </a:r>
                    </a:p>
                  </a:txBody>
                  <a:tcPr marL="83133" marR="83133" marT="41567" marB="4156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Well, that’s not true because we obviously are able to process information, either with both our mind and body or with body only.</a:t>
                      </a:r>
                    </a:p>
                    <a:p>
                      <a:r>
                        <a:rPr lang="en-US" sz="1700" dirty="0" err="1"/>
                        <a:t>eal</a:t>
                      </a:r>
                      <a:r>
                        <a:rPr lang="en-US" sz="1700" dirty="0"/>
                        <a:t> term)</a:t>
                      </a:r>
                    </a:p>
                  </a:txBody>
                  <a:tcPr marL="83133" marR="83133" marT="41567" marB="41567"/>
                </a:tc>
                <a:extLst>
                  <a:ext uri="{0D108BD9-81ED-4DB2-BD59-A6C34878D82A}">
                    <a16:rowId xmlns:a16="http://schemas.microsoft.com/office/drawing/2014/main" val="277828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43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7EC9C-A71E-07F7-8F12-7C97F0FD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Cogito, ergo sum (I think therefore I am)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940D-1192-BF18-E45F-C4674A669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n René Descartes' </a:t>
            </a:r>
            <a:r>
              <a:rPr lang="en-US" sz="2400" i="1" dirty="0">
                <a:solidFill>
                  <a:schemeClr val="tx2"/>
                </a:solidFill>
                <a:ea typeface="+mn-lt"/>
                <a:cs typeface="+mn-lt"/>
              </a:rPr>
              <a:t>Meditations on First Philosophy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, he addresses radical skepticism and concludes that the only mind one can be certain exists is one's own.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NPG D13134; René Descartes - Portrait - National Portrait Gallery">
            <a:extLst>
              <a:ext uri="{FF2B5EF4-FFF2-40B4-BE49-F238E27FC236}">
                <a16:creationId xmlns:a16="http://schemas.microsoft.com/office/drawing/2014/main" id="{C53B2F67-FCD7-82DC-9264-6FD7A4D88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316" y="1700784"/>
            <a:ext cx="2978383" cy="43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5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A3250-F45C-66F6-A21E-2DCF2F32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Discussion #2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C2F1-0414-9D07-46D5-69DE62C5A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Is Solipsism a valid philosophical position, and what are the implications of accepting or rejecting it?</a:t>
            </a:r>
            <a:r>
              <a:rPr lang="en-US" sz="2400" dirty="0">
                <a:solidFill>
                  <a:schemeClr val="tx2"/>
                </a:solidFill>
                <a:latin typeface="Aptos Display"/>
              </a:rPr>
              <a:t> </a:t>
            </a:r>
            <a:br>
              <a:rPr lang="en-US" sz="2400" dirty="0">
                <a:latin typeface="Aptos Display"/>
              </a:rPr>
            </a:br>
            <a:endParaRPr lang="en-US" sz="2400" dirty="0">
              <a:solidFill>
                <a:schemeClr val="tx2"/>
              </a:solidFill>
              <a:latin typeface="Aptos Display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Solipsism: The view or theory that the self is all that can be known to exist, and that everything else are figments of your mind (Previous slide)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234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307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Meiryo</vt:lpstr>
      <vt:lpstr>Aptos</vt:lpstr>
      <vt:lpstr>Aptos Display</vt:lpstr>
      <vt:lpstr>Arial</vt:lpstr>
      <vt:lpstr>Office Theme</vt:lpstr>
      <vt:lpstr>Philosophy Club 10/17/24</vt:lpstr>
      <vt:lpstr>Introduction to Metaphysics  (The first Philosophy/theology)</vt:lpstr>
      <vt:lpstr>Etymology</vt:lpstr>
      <vt:lpstr>Theory of the Mind</vt:lpstr>
      <vt:lpstr>Discussion #1  Mind-body Problem</vt:lpstr>
      <vt:lpstr>Scary thought (Ockham’s (Occam’s) Razor)</vt:lpstr>
      <vt:lpstr>PowerPoint Presentation</vt:lpstr>
      <vt:lpstr>Cogito, ergo sum (I think therefore I am)</vt:lpstr>
      <vt:lpstr>Discussion #2 </vt:lpstr>
    </vt:vector>
  </TitlesOfParts>
  <Company>Bellevue School District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Lou, Jeffery  (Student)</dc:creator>
  <cp:lastModifiedBy>Loving, Aren C (Student)</cp:lastModifiedBy>
  <cp:revision>9</cp:revision>
  <dcterms:created xsi:type="dcterms:W3CDTF">2024-10-17T00:27:11Z</dcterms:created>
  <dcterms:modified xsi:type="dcterms:W3CDTF">2026-05-01T02:19:04Z</dcterms:modified>
</cp:coreProperties>
</file>