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B6B44A-9B8C-4A36-A825-F29A75D76FE2}" v="520" dt="2025-01-23T06:34:26.3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660"/>
  </p:normalViewPr>
  <p:slideViewPr>
    <p:cSldViewPr snapToGrid="0">
      <p:cViewPr>
        <p:scale>
          <a:sx n="75" d="100"/>
          <a:sy n="75" d="100"/>
        </p:scale>
        <p:origin x="794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u, Hennry  (Student)" userId="3a909d12-6516-4567-ab43-5a2d72a4a48b" providerId="ADAL" clId="{D4B6B44A-9B8C-4A36-A825-F29A75D76FE2}"/>
    <pc:docChg chg="custSel modSld">
      <pc:chgData name="Lou, Hennry  (Student)" userId="3a909d12-6516-4567-ab43-5a2d72a4a48b" providerId="ADAL" clId="{D4B6B44A-9B8C-4A36-A825-F29A75D76FE2}" dt="2025-01-23T06:34:34.619" v="530" actId="20577"/>
      <pc:docMkLst>
        <pc:docMk/>
      </pc:docMkLst>
      <pc:sldChg chg="modSp">
        <pc:chgData name="Lou, Hennry  (Student)" userId="3a909d12-6516-4567-ab43-5a2d72a4a48b" providerId="ADAL" clId="{D4B6B44A-9B8C-4A36-A825-F29A75D76FE2}" dt="2025-01-23T06:28:54.925" v="144" actId="313"/>
        <pc:sldMkLst>
          <pc:docMk/>
          <pc:sldMk cId="4170625253" sldId="259"/>
        </pc:sldMkLst>
        <pc:graphicFrameChg chg="mod">
          <ac:chgData name="Lou, Hennry  (Student)" userId="3a909d12-6516-4567-ab43-5a2d72a4a48b" providerId="ADAL" clId="{D4B6B44A-9B8C-4A36-A825-F29A75D76FE2}" dt="2025-01-23T06:28:54.925" v="144" actId="313"/>
          <ac:graphicFrameMkLst>
            <pc:docMk/>
            <pc:sldMk cId="4170625253" sldId="259"/>
            <ac:graphicFrameMk id="5" creationId="{84C6A24A-4D15-B321-DB2E-B9D700B34236}"/>
          </ac:graphicFrameMkLst>
        </pc:graphicFrameChg>
      </pc:sldChg>
      <pc:sldChg chg="modSp">
        <pc:chgData name="Lou, Hennry  (Student)" userId="3a909d12-6516-4567-ab43-5a2d72a4a48b" providerId="ADAL" clId="{D4B6B44A-9B8C-4A36-A825-F29A75D76FE2}" dt="2025-01-23T06:29:22.609" v="238" actId="20577"/>
        <pc:sldMkLst>
          <pc:docMk/>
          <pc:sldMk cId="602556231" sldId="260"/>
        </pc:sldMkLst>
        <pc:graphicFrameChg chg="mod">
          <ac:chgData name="Lou, Hennry  (Student)" userId="3a909d12-6516-4567-ab43-5a2d72a4a48b" providerId="ADAL" clId="{D4B6B44A-9B8C-4A36-A825-F29A75D76FE2}" dt="2025-01-23T06:29:22.609" v="238" actId="20577"/>
          <ac:graphicFrameMkLst>
            <pc:docMk/>
            <pc:sldMk cId="602556231" sldId="260"/>
            <ac:graphicFrameMk id="5" creationId="{8E6DF820-46A7-990C-0BB9-5102F61F3E33}"/>
          </ac:graphicFrameMkLst>
        </pc:graphicFrameChg>
      </pc:sldChg>
      <pc:sldChg chg="addSp modSp mod">
        <pc:chgData name="Lou, Hennry  (Student)" userId="3a909d12-6516-4567-ab43-5a2d72a4a48b" providerId="ADAL" clId="{D4B6B44A-9B8C-4A36-A825-F29A75D76FE2}" dt="2025-01-23T06:32:50.730" v="343" actId="1076"/>
        <pc:sldMkLst>
          <pc:docMk/>
          <pc:sldMk cId="549905970" sldId="261"/>
        </pc:sldMkLst>
        <pc:spChg chg="add mod">
          <ac:chgData name="Lou, Hennry  (Student)" userId="3a909d12-6516-4567-ab43-5a2d72a4a48b" providerId="ADAL" clId="{D4B6B44A-9B8C-4A36-A825-F29A75D76FE2}" dt="2025-01-23T06:32:50.730" v="343" actId="1076"/>
          <ac:spMkLst>
            <pc:docMk/>
            <pc:sldMk cId="549905970" sldId="261"/>
            <ac:spMk id="3" creationId="{EF910F23-A18A-E0FF-8CC7-9A5320FCC3B7}"/>
          </ac:spMkLst>
        </pc:spChg>
        <pc:graphicFrameChg chg="mod">
          <ac:chgData name="Lou, Hennry  (Student)" userId="3a909d12-6516-4567-ab43-5a2d72a4a48b" providerId="ADAL" clId="{D4B6B44A-9B8C-4A36-A825-F29A75D76FE2}" dt="2025-01-23T06:32:48.216" v="342"/>
          <ac:graphicFrameMkLst>
            <pc:docMk/>
            <pc:sldMk cId="549905970" sldId="261"/>
            <ac:graphicFrameMk id="5" creationId="{56E6CE7C-30A0-649A-390F-F20E15B3D114}"/>
          </ac:graphicFrameMkLst>
        </pc:graphicFrameChg>
      </pc:sldChg>
      <pc:sldChg chg="modSp">
        <pc:chgData name="Lou, Hennry  (Student)" userId="3a909d12-6516-4567-ab43-5a2d72a4a48b" providerId="ADAL" clId="{D4B6B44A-9B8C-4A36-A825-F29A75D76FE2}" dt="2025-01-23T06:34:26.351" v="529" actId="313"/>
        <pc:sldMkLst>
          <pc:docMk/>
          <pc:sldMk cId="1847107187" sldId="262"/>
        </pc:sldMkLst>
        <pc:graphicFrameChg chg="mod">
          <ac:chgData name="Lou, Hennry  (Student)" userId="3a909d12-6516-4567-ab43-5a2d72a4a48b" providerId="ADAL" clId="{D4B6B44A-9B8C-4A36-A825-F29A75D76FE2}" dt="2025-01-23T06:34:26.351" v="529" actId="313"/>
          <ac:graphicFrameMkLst>
            <pc:docMk/>
            <pc:sldMk cId="1847107187" sldId="262"/>
            <ac:graphicFrameMk id="12" creationId="{0006A6DA-CA54-1232-8F7C-DD7E89CCE5A8}"/>
          </ac:graphicFrameMkLst>
        </pc:graphicFrameChg>
      </pc:sldChg>
      <pc:sldChg chg="modSp mod">
        <pc:chgData name="Lou, Hennry  (Student)" userId="3a909d12-6516-4567-ab43-5a2d72a4a48b" providerId="ADAL" clId="{D4B6B44A-9B8C-4A36-A825-F29A75D76FE2}" dt="2025-01-23T06:34:34.619" v="530" actId="20577"/>
        <pc:sldMkLst>
          <pc:docMk/>
          <pc:sldMk cId="2145212091" sldId="263"/>
        </pc:sldMkLst>
        <pc:spChg chg="mod">
          <ac:chgData name="Lou, Hennry  (Student)" userId="3a909d12-6516-4567-ab43-5a2d72a4a48b" providerId="ADAL" clId="{D4B6B44A-9B8C-4A36-A825-F29A75D76FE2}" dt="2025-01-23T06:34:34.619" v="530" actId="20577"/>
          <ac:spMkLst>
            <pc:docMk/>
            <pc:sldMk cId="2145212091" sldId="263"/>
            <ac:spMk id="2" creationId="{CCD75058-7EEE-AC21-9175-45533D1A26B9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23B8FB-1F55-4F56-9FB0-C6FFA9E35E29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FBD5CF8-630A-4700-B175-F5942D5C841E}">
      <dgm:prSet/>
      <dgm:spPr/>
      <dgm:t>
        <a:bodyPr/>
        <a:lstStyle/>
        <a:p>
          <a:r>
            <a:rPr lang="en-US"/>
            <a:t>Born 551 BCE in China</a:t>
          </a:r>
        </a:p>
      </dgm:t>
    </dgm:pt>
    <dgm:pt modelId="{2135B606-BD63-498F-B07D-72C1C3AED772}" type="parTrans" cxnId="{2C2441AC-3156-4CE1-AD86-1BC34AF16A7C}">
      <dgm:prSet/>
      <dgm:spPr/>
      <dgm:t>
        <a:bodyPr/>
        <a:lstStyle/>
        <a:p>
          <a:endParaRPr lang="en-US"/>
        </a:p>
      </dgm:t>
    </dgm:pt>
    <dgm:pt modelId="{6F480CEA-3B39-41E3-9DCF-7BB2A9D4372D}" type="sibTrans" cxnId="{2C2441AC-3156-4CE1-AD86-1BC34AF16A7C}">
      <dgm:prSet/>
      <dgm:spPr/>
      <dgm:t>
        <a:bodyPr/>
        <a:lstStyle/>
        <a:p>
          <a:endParaRPr lang="en-US"/>
        </a:p>
      </dgm:t>
    </dgm:pt>
    <dgm:pt modelId="{2DF63B45-E8C0-443A-B935-977CF2A59DBE}">
      <dgm:prSet/>
      <dgm:spPr/>
      <dgm:t>
        <a:bodyPr/>
        <a:lstStyle/>
        <a:p>
          <a:r>
            <a:rPr lang="en-US"/>
            <a:t>Philosopher, Teacher, Political Thinker</a:t>
          </a:r>
        </a:p>
      </dgm:t>
    </dgm:pt>
    <dgm:pt modelId="{D1620373-26A5-48C9-B0FF-AE9FE80F7821}" type="parTrans" cxnId="{17A7465D-0905-4FA8-833E-52A42CC75975}">
      <dgm:prSet/>
      <dgm:spPr/>
      <dgm:t>
        <a:bodyPr/>
        <a:lstStyle/>
        <a:p>
          <a:endParaRPr lang="en-US"/>
        </a:p>
      </dgm:t>
    </dgm:pt>
    <dgm:pt modelId="{6875BA90-1E60-4444-978D-E41F16C47909}" type="sibTrans" cxnId="{17A7465D-0905-4FA8-833E-52A42CC75975}">
      <dgm:prSet/>
      <dgm:spPr/>
      <dgm:t>
        <a:bodyPr/>
        <a:lstStyle/>
        <a:p>
          <a:endParaRPr lang="en-US"/>
        </a:p>
      </dgm:t>
    </dgm:pt>
    <dgm:pt modelId="{63FCC7EE-EB26-4978-8275-6DE8DB254303}">
      <dgm:prSet/>
      <dgm:spPr/>
      <dgm:t>
        <a:bodyPr/>
        <a:lstStyle/>
        <a:p>
          <a:r>
            <a:rPr lang="en-US"/>
            <a:t>Founder of Confucianism</a:t>
          </a:r>
        </a:p>
      </dgm:t>
    </dgm:pt>
    <dgm:pt modelId="{13CB3036-669E-484B-A881-5BE9288A367E}" type="parTrans" cxnId="{64EA9E2B-DD8D-4703-8242-8138F6D6D080}">
      <dgm:prSet/>
      <dgm:spPr/>
      <dgm:t>
        <a:bodyPr/>
        <a:lstStyle/>
        <a:p>
          <a:endParaRPr lang="en-US"/>
        </a:p>
      </dgm:t>
    </dgm:pt>
    <dgm:pt modelId="{69FEF997-6A1C-44FC-92D5-04D6B5072594}" type="sibTrans" cxnId="{64EA9E2B-DD8D-4703-8242-8138F6D6D080}">
      <dgm:prSet/>
      <dgm:spPr/>
      <dgm:t>
        <a:bodyPr/>
        <a:lstStyle/>
        <a:p>
          <a:endParaRPr lang="en-US"/>
        </a:p>
      </dgm:t>
    </dgm:pt>
    <dgm:pt modelId="{9782DA87-97C5-46BF-A981-45840E7F77C2}" type="pres">
      <dgm:prSet presAssocID="{9A23B8FB-1F55-4F56-9FB0-C6FFA9E35E29}" presName="vert0" presStyleCnt="0">
        <dgm:presLayoutVars>
          <dgm:dir/>
          <dgm:animOne val="branch"/>
          <dgm:animLvl val="lvl"/>
        </dgm:presLayoutVars>
      </dgm:prSet>
      <dgm:spPr/>
    </dgm:pt>
    <dgm:pt modelId="{9192E19E-F391-427D-B14C-5757939E24C3}" type="pres">
      <dgm:prSet presAssocID="{EFBD5CF8-630A-4700-B175-F5942D5C841E}" presName="thickLine" presStyleLbl="alignNode1" presStyleIdx="0" presStyleCnt="3"/>
      <dgm:spPr/>
    </dgm:pt>
    <dgm:pt modelId="{985A5A27-D913-4391-804C-B71230547BB8}" type="pres">
      <dgm:prSet presAssocID="{EFBD5CF8-630A-4700-B175-F5942D5C841E}" presName="horz1" presStyleCnt="0"/>
      <dgm:spPr/>
    </dgm:pt>
    <dgm:pt modelId="{F8D08F54-AB11-4D63-88E1-F8D6BC6A566D}" type="pres">
      <dgm:prSet presAssocID="{EFBD5CF8-630A-4700-B175-F5942D5C841E}" presName="tx1" presStyleLbl="revTx" presStyleIdx="0" presStyleCnt="3"/>
      <dgm:spPr/>
    </dgm:pt>
    <dgm:pt modelId="{FB3C760E-65C6-4599-991B-75DDA9A0F570}" type="pres">
      <dgm:prSet presAssocID="{EFBD5CF8-630A-4700-B175-F5942D5C841E}" presName="vert1" presStyleCnt="0"/>
      <dgm:spPr/>
    </dgm:pt>
    <dgm:pt modelId="{68BA73B8-365E-40E0-AD10-5DE514346222}" type="pres">
      <dgm:prSet presAssocID="{2DF63B45-E8C0-443A-B935-977CF2A59DBE}" presName="thickLine" presStyleLbl="alignNode1" presStyleIdx="1" presStyleCnt="3"/>
      <dgm:spPr/>
    </dgm:pt>
    <dgm:pt modelId="{EE1BB2BB-4A08-4357-807D-C0A2DA280D0C}" type="pres">
      <dgm:prSet presAssocID="{2DF63B45-E8C0-443A-B935-977CF2A59DBE}" presName="horz1" presStyleCnt="0"/>
      <dgm:spPr/>
    </dgm:pt>
    <dgm:pt modelId="{47AE7BC0-DCD8-49BF-AA72-F1A07E5AD818}" type="pres">
      <dgm:prSet presAssocID="{2DF63B45-E8C0-443A-B935-977CF2A59DBE}" presName="tx1" presStyleLbl="revTx" presStyleIdx="1" presStyleCnt="3"/>
      <dgm:spPr/>
    </dgm:pt>
    <dgm:pt modelId="{12E87B02-601A-4546-8BDC-EA1720BB6C18}" type="pres">
      <dgm:prSet presAssocID="{2DF63B45-E8C0-443A-B935-977CF2A59DBE}" presName="vert1" presStyleCnt="0"/>
      <dgm:spPr/>
    </dgm:pt>
    <dgm:pt modelId="{F7C0A367-8F02-4AEB-B664-F4F3F3FEA50C}" type="pres">
      <dgm:prSet presAssocID="{63FCC7EE-EB26-4978-8275-6DE8DB254303}" presName="thickLine" presStyleLbl="alignNode1" presStyleIdx="2" presStyleCnt="3"/>
      <dgm:spPr/>
    </dgm:pt>
    <dgm:pt modelId="{6EE21CE5-BADB-466C-81A4-4991D2ABEB98}" type="pres">
      <dgm:prSet presAssocID="{63FCC7EE-EB26-4978-8275-6DE8DB254303}" presName="horz1" presStyleCnt="0"/>
      <dgm:spPr/>
    </dgm:pt>
    <dgm:pt modelId="{35150E52-3089-4DE7-85BC-5725151C3E22}" type="pres">
      <dgm:prSet presAssocID="{63FCC7EE-EB26-4978-8275-6DE8DB254303}" presName="tx1" presStyleLbl="revTx" presStyleIdx="2" presStyleCnt="3"/>
      <dgm:spPr/>
    </dgm:pt>
    <dgm:pt modelId="{DE5FB6CF-7FBD-4337-AF50-D607895DC660}" type="pres">
      <dgm:prSet presAssocID="{63FCC7EE-EB26-4978-8275-6DE8DB254303}" presName="vert1" presStyleCnt="0"/>
      <dgm:spPr/>
    </dgm:pt>
  </dgm:ptLst>
  <dgm:cxnLst>
    <dgm:cxn modelId="{64EA9E2B-DD8D-4703-8242-8138F6D6D080}" srcId="{9A23B8FB-1F55-4F56-9FB0-C6FFA9E35E29}" destId="{63FCC7EE-EB26-4978-8275-6DE8DB254303}" srcOrd="2" destOrd="0" parTransId="{13CB3036-669E-484B-A881-5BE9288A367E}" sibTransId="{69FEF997-6A1C-44FC-92D5-04D6B5072594}"/>
    <dgm:cxn modelId="{17A7465D-0905-4FA8-833E-52A42CC75975}" srcId="{9A23B8FB-1F55-4F56-9FB0-C6FFA9E35E29}" destId="{2DF63B45-E8C0-443A-B935-977CF2A59DBE}" srcOrd="1" destOrd="0" parTransId="{D1620373-26A5-48C9-B0FF-AE9FE80F7821}" sibTransId="{6875BA90-1E60-4444-978D-E41F16C47909}"/>
    <dgm:cxn modelId="{20786D4F-2F33-4DC0-929F-C1C4D466372E}" type="presOf" srcId="{2DF63B45-E8C0-443A-B935-977CF2A59DBE}" destId="{47AE7BC0-DCD8-49BF-AA72-F1A07E5AD818}" srcOrd="0" destOrd="0" presId="urn:microsoft.com/office/officeart/2008/layout/LinedList"/>
    <dgm:cxn modelId="{BC673354-5656-4891-8B33-CAE4657CDB49}" type="presOf" srcId="{EFBD5CF8-630A-4700-B175-F5942D5C841E}" destId="{F8D08F54-AB11-4D63-88E1-F8D6BC6A566D}" srcOrd="0" destOrd="0" presId="urn:microsoft.com/office/officeart/2008/layout/LinedList"/>
    <dgm:cxn modelId="{DE5CBEA3-EC28-4CC1-82CF-7F78E9E0040E}" type="presOf" srcId="{9A23B8FB-1F55-4F56-9FB0-C6FFA9E35E29}" destId="{9782DA87-97C5-46BF-A981-45840E7F77C2}" srcOrd="0" destOrd="0" presId="urn:microsoft.com/office/officeart/2008/layout/LinedList"/>
    <dgm:cxn modelId="{2C2441AC-3156-4CE1-AD86-1BC34AF16A7C}" srcId="{9A23B8FB-1F55-4F56-9FB0-C6FFA9E35E29}" destId="{EFBD5CF8-630A-4700-B175-F5942D5C841E}" srcOrd="0" destOrd="0" parTransId="{2135B606-BD63-498F-B07D-72C1C3AED772}" sibTransId="{6F480CEA-3B39-41E3-9DCF-7BB2A9D4372D}"/>
    <dgm:cxn modelId="{A3E55FE5-E2FE-43D4-87C7-8812EF57E310}" type="presOf" srcId="{63FCC7EE-EB26-4978-8275-6DE8DB254303}" destId="{35150E52-3089-4DE7-85BC-5725151C3E22}" srcOrd="0" destOrd="0" presId="urn:microsoft.com/office/officeart/2008/layout/LinedList"/>
    <dgm:cxn modelId="{02DCB4CE-3F12-4A11-BB28-86B8E1800395}" type="presParOf" srcId="{9782DA87-97C5-46BF-A981-45840E7F77C2}" destId="{9192E19E-F391-427D-B14C-5757939E24C3}" srcOrd="0" destOrd="0" presId="urn:microsoft.com/office/officeart/2008/layout/LinedList"/>
    <dgm:cxn modelId="{CA4DDABF-744B-4958-BEDD-309C06106A67}" type="presParOf" srcId="{9782DA87-97C5-46BF-A981-45840E7F77C2}" destId="{985A5A27-D913-4391-804C-B71230547BB8}" srcOrd="1" destOrd="0" presId="urn:microsoft.com/office/officeart/2008/layout/LinedList"/>
    <dgm:cxn modelId="{37B12C79-9807-423A-8867-678051392FDC}" type="presParOf" srcId="{985A5A27-D913-4391-804C-B71230547BB8}" destId="{F8D08F54-AB11-4D63-88E1-F8D6BC6A566D}" srcOrd="0" destOrd="0" presId="urn:microsoft.com/office/officeart/2008/layout/LinedList"/>
    <dgm:cxn modelId="{A8E30C19-9BB6-424E-B807-1ABC30E6C9C4}" type="presParOf" srcId="{985A5A27-D913-4391-804C-B71230547BB8}" destId="{FB3C760E-65C6-4599-991B-75DDA9A0F570}" srcOrd="1" destOrd="0" presId="urn:microsoft.com/office/officeart/2008/layout/LinedList"/>
    <dgm:cxn modelId="{81A234C6-A60A-462E-BF32-7143AC8ABF88}" type="presParOf" srcId="{9782DA87-97C5-46BF-A981-45840E7F77C2}" destId="{68BA73B8-365E-40E0-AD10-5DE514346222}" srcOrd="2" destOrd="0" presId="urn:microsoft.com/office/officeart/2008/layout/LinedList"/>
    <dgm:cxn modelId="{CCAB2C30-5550-48D2-BC1D-0B5F9694703B}" type="presParOf" srcId="{9782DA87-97C5-46BF-A981-45840E7F77C2}" destId="{EE1BB2BB-4A08-4357-807D-C0A2DA280D0C}" srcOrd="3" destOrd="0" presId="urn:microsoft.com/office/officeart/2008/layout/LinedList"/>
    <dgm:cxn modelId="{D4D31FD4-11AF-4B9B-9FF6-A49628D9A078}" type="presParOf" srcId="{EE1BB2BB-4A08-4357-807D-C0A2DA280D0C}" destId="{47AE7BC0-DCD8-49BF-AA72-F1A07E5AD818}" srcOrd="0" destOrd="0" presId="urn:microsoft.com/office/officeart/2008/layout/LinedList"/>
    <dgm:cxn modelId="{9E74CA33-6E09-4CBE-B99D-CBDB9F8E6483}" type="presParOf" srcId="{EE1BB2BB-4A08-4357-807D-C0A2DA280D0C}" destId="{12E87B02-601A-4546-8BDC-EA1720BB6C18}" srcOrd="1" destOrd="0" presId="urn:microsoft.com/office/officeart/2008/layout/LinedList"/>
    <dgm:cxn modelId="{0275884A-966C-4701-9699-B75CCB8C3B89}" type="presParOf" srcId="{9782DA87-97C5-46BF-A981-45840E7F77C2}" destId="{F7C0A367-8F02-4AEB-B664-F4F3F3FEA50C}" srcOrd="4" destOrd="0" presId="urn:microsoft.com/office/officeart/2008/layout/LinedList"/>
    <dgm:cxn modelId="{2EA6708A-6C19-4C41-9238-1324D7572ED7}" type="presParOf" srcId="{9782DA87-97C5-46BF-A981-45840E7F77C2}" destId="{6EE21CE5-BADB-466C-81A4-4991D2ABEB98}" srcOrd="5" destOrd="0" presId="urn:microsoft.com/office/officeart/2008/layout/LinedList"/>
    <dgm:cxn modelId="{11EC6871-3CAA-4198-944E-DDAEB34E5F8D}" type="presParOf" srcId="{6EE21CE5-BADB-466C-81A4-4991D2ABEB98}" destId="{35150E52-3089-4DE7-85BC-5725151C3E22}" srcOrd="0" destOrd="0" presId="urn:microsoft.com/office/officeart/2008/layout/LinedList"/>
    <dgm:cxn modelId="{3FF25C0E-8D25-4DF3-AE02-B27316037595}" type="presParOf" srcId="{6EE21CE5-BADB-466C-81A4-4991D2ABEB98}" destId="{DE5FB6CF-7FBD-4337-AF50-D607895DC66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A02D481-E9ED-4351-8098-5738A2245D9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51B5ED5-6369-4C14-9B68-AB3ED5FB1B6B}">
      <dgm:prSet/>
      <dgm:spPr/>
      <dgm:t>
        <a:bodyPr/>
        <a:lstStyle/>
        <a:p>
          <a:r>
            <a:rPr lang="en-US" dirty="0"/>
            <a:t>Ren (</a:t>
          </a:r>
          <a:r>
            <a:rPr lang="zh-CN" dirty="0"/>
            <a:t>仁</a:t>
          </a:r>
          <a:r>
            <a:rPr lang="en-US" dirty="0"/>
            <a:t>): Benevolence and humanity.</a:t>
          </a:r>
        </a:p>
      </dgm:t>
    </dgm:pt>
    <dgm:pt modelId="{9D08A642-4B96-43DF-AB07-0224E7EF3E30}" type="parTrans" cxnId="{EDFD88EB-6567-4E47-9BE5-61B31F940BCE}">
      <dgm:prSet/>
      <dgm:spPr/>
      <dgm:t>
        <a:bodyPr/>
        <a:lstStyle/>
        <a:p>
          <a:endParaRPr lang="en-US"/>
        </a:p>
      </dgm:t>
    </dgm:pt>
    <dgm:pt modelId="{E67180FC-23B0-4253-B19F-FCDC58C04249}" type="sibTrans" cxnId="{EDFD88EB-6567-4E47-9BE5-61B31F940BCE}">
      <dgm:prSet/>
      <dgm:spPr/>
      <dgm:t>
        <a:bodyPr/>
        <a:lstStyle/>
        <a:p>
          <a:endParaRPr lang="en-US"/>
        </a:p>
      </dgm:t>
    </dgm:pt>
    <dgm:pt modelId="{69407DF0-E9A5-4764-8257-BEF7E88AAF3D}">
      <dgm:prSet/>
      <dgm:spPr/>
      <dgm:t>
        <a:bodyPr/>
        <a:lstStyle/>
        <a:p>
          <a:r>
            <a:rPr lang="en-US" dirty="0"/>
            <a:t>Li (</a:t>
          </a:r>
          <a:r>
            <a:rPr lang="zh-CN" dirty="0"/>
            <a:t>禮</a:t>
          </a:r>
          <a:r>
            <a:rPr lang="en-US" dirty="0"/>
            <a:t>): Rituals, propriety, and social harmony.</a:t>
          </a:r>
        </a:p>
      </dgm:t>
    </dgm:pt>
    <dgm:pt modelId="{ADA5A309-5DE8-4D90-8012-E8CCCB14E11A}" type="parTrans" cxnId="{A0ABEA79-9533-47B0-BF78-0800BF45BEA1}">
      <dgm:prSet/>
      <dgm:spPr/>
      <dgm:t>
        <a:bodyPr/>
        <a:lstStyle/>
        <a:p>
          <a:endParaRPr lang="en-US"/>
        </a:p>
      </dgm:t>
    </dgm:pt>
    <dgm:pt modelId="{4FE70B13-56F7-400A-8620-9AB9AEAA3D93}" type="sibTrans" cxnId="{A0ABEA79-9533-47B0-BF78-0800BF45BEA1}">
      <dgm:prSet/>
      <dgm:spPr/>
      <dgm:t>
        <a:bodyPr/>
        <a:lstStyle/>
        <a:p>
          <a:endParaRPr lang="en-US"/>
        </a:p>
      </dgm:t>
    </dgm:pt>
    <dgm:pt modelId="{4A8B62FB-58A0-4EAF-9EAB-37EBEE116979}">
      <dgm:prSet/>
      <dgm:spPr/>
      <dgm:t>
        <a:bodyPr/>
        <a:lstStyle/>
        <a:p>
          <a:r>
            <a:rPr lang="en-US" dirty="0"/>
            <a:t>Xiao (</a:t>
          </a:r>
          <a:r>
            <a:rPr lang="zh-CN" dirty="0"/>
            <a:t>孝</a:t>
          </a:r>
          <a:r>
            <a:rPr lang="en-US" dirty="0"/>
            <a:t>): Filial piety and respect for parents/elders.</a:t>
          </a:r>
        </a:p>
      </dgm:t>
    </dgm:pt>
    <dgm:pt modelId="{AA992B69-C916-4BBB-884F-3BE6CC614F85}" type="parTrans" cxnId="{35EAA0E6-1FB5-4475-B7D4-E08D3CF9EB2B}">
      <dgm:prSet/>
      <dgm:spPr/>
      <dgm:t>
        <a:bodyPr/>
        <a:lstStyle/>
        <a:p>
          <a:endParaRPr lang="en-US"/>
        </a:p>
      </dgm:t>
    </dgm:pt>
    <dgm:pt modelId="{EE89F88E-9E3E-47CA-80D0-45D307D9EE73}" type="sibTrans" cxnId="{35EAA0E6-1FB5-4475-B7D4-E08D3CF9EB2B}">
      <dgm:prSet/>
      <dgm:spPr/>
      <dgm:t>
        <a:bodyPr/>
        <a:lstStyle/>
        <a:p>
          <a:endParaRPr lang="en-US"/>
        </a:p>
      </dgm:t>
    </dgm:pt>
    <dgm:pt modelId="{165D5516-1952-452D-B2C4-1B859464CE33}">
      <dgm:prSet/>
      <dgm:spPr/>
      <dgm:t>
        <a:bodyPr/>
        <a:lstStyle/>
        <a:p>
          <a:r>
            <a:rPr lang="en-US" dirty="0"/>
            <a:t>Yi (</a:t>
          </a:r>
          <a:r>
            <a:rPr lang="zh-CN" dirty="0"/>
            <a:t>義</a:t>
          </a:r>
          <a:r>
            <a:rPr lang="en-US" dirty="0"/>
            <a:t>): Righteousness and moral integrity.</a:t>
          </a:r>
        </a:p>
      </dgm:t>
    </dgm:pt>
    <dgm:pt modelId="{477D94DD-A410-452A-A2F4-77CA05039CD9}" type="parTrans" cxnId="{1A2C533A-DD93-4F94-9244-220FC51A381C}">
      <dgm:prSet/>
      <dgm:spPr/>
      <dgm:t>
        <a:bodyPr/>
        <a:lstStyle/>
        <a:p>
          <a:endParaRPr lang="en-US"/>
        </a:p>
      </dgm:t>
    </dgm:pt>
    <dgm:pt modelId="{D1447728-E495-455B-BCE3-7A4115E8EB6C}" type="sibTrans" cxnId="{1A2C533A-DD93-4F94-9244-220FC51A381C}">
      <dgm:prSet/>
      <dgm:spPr/>
      <dgm:t>
        <a:bodyPr/>
        <a:lstStyle/>
        <a:p>
          <a:endParaRPr lang="en-US"/>
        </a:p>
      </dgm:t>
    </dgm:pt>
    <dgm:pt modelId="{E38A96AC-90C8-4F75-A7C6-145F059F5BF4}" type="pres">
      <dgm:prSet presAssocID="{BA02D481-E9ED-4351-8098-5738A2245D92}" presName="root" presStyleCnt="0">
        <dgm:presLayoutVars>
          <dgm:dir/>
          <dgm:resizeHandles val="exact"/>
        </dgm:presLayoutVars>
      </dgm:prSet>
      <dgm:spPr/>
    </dgm:pt>
    <dgm:pt modelId="{D0B49DD3-C699-4E99-A237-9708AF427670}" type="pres">
      <dgm:prSet presAssocID="{A51B5ED5-6369-4C14-9B68-AB3ED5FB1B6B}" presName="compNode" presStyleCnt="0"/>
      <dgm:spPr/>
    </dgm:pt>
    <dgm:pt modelId="{1D9F2F46-3ECA-416F-82B8-43FDA756A6DB}" type="pres">
      <dgm:prSet presAssocID="{A51B5ED5-6369-4C14-9B68-AB3ED5FB1B6B}" presName="bgRect" presStyleLbl="bgShp" presStyleIdx="0" presStyleCnt="4"/>
      <dgm:spPr/>
    </dgm:pt>
    <dgm:pt modelId="{6C3BC69D-9006-46BD-A27F-BCCF30780A9D}" type="pres">
      <dgm:prSet presAssocID="{A51B5ED5-6369-4C14-9B68-AB3ED5FB1B6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t"/>
        </a:ext>
      </dgm:extLst>
    </dgm:pt>
    <dgm:pt modelId="{7AB4CE55-D3C5-4C09-BCA9-3526BD837CD4}" type="pres">
      <dgm:prSet presAssocID="{A51B5ED5-6369-4C14-9B68-AB3ED5FB1B6B}" presName="spaceRect" presStyleCnt="0"/>
      <dgm:spPr/>
    </dgm:pt>
    <dgm:pt modelId="{B5C3F42C-B670-4609-86D0-34FFF3073126}" type="pres">
      <dgm:prSet presAssocID="{A51B5ED5-6369-4C14-9B68-AB3ED5FB1B6B}" presName="parTx" presStyleLbl="revTx" presStyleIdx="0" presStyleCnt="4">
        <dgm:presLayoutVars>
          <dgm:chMax val="0"/>
          <dgm:chPref val="0"/>
        </dgm:presLayoutVars>
      </dgm:prSet>
      <dgm:spPr/>
    </dgm:pt>
    <dgm:pt modelId="{4B0F4B8A-9A2B-4581-9AB4-5DD92684A725}" type="pres">
      <dgm:prSet presAssocID="{E67180FC-23B0-4253-B19F-FCDC58C04249}" presName="sibTrans" presStyleCnt="0"/>
      <dgm:spPr/>
    </dgm:pt>
    <dgm:pt modelId="{7017A552-4330-4F9F-AB46-9E6F6B3C8492}" type="pres">
      <dgm:prSet presAssocID="{69407DF0-E9A5-4764-8257-BEF7E88AAF3D}" presName="compNode" presStyleCnt="0"/>
      <dgm:spPr/>
    </dgm:pt>
    <dgm:pt modelId="{60A378EB-C563-45C1-9B46-D4EF56B58421}" type="pres">
      <dgm:prSet presAssocID="{69407DF0-E9A5-4764-8257-BEF7E88AAF3D}" presName="bgRect" presStyleLbl="bgShp" presStyleIdx="1" presStyleCnt="4"/>
      <dgm:spPr/>
    </dgm:pt>
    <dgm:pt modelId="{8B60C629-B654-4850-89DA-B1A6C1BF9740}" type="pres">
      <dgm:prSet presAssocID="{69407DF0-E9A5-4764-8257-BEF7E88AAF3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nce"/>
        </a:ext>
      </dgm:extLst>
    </dgm:pt>
    <dgm:pt modelId="{C1897EC2-A3FF-4981-8D3E-F263B3BC1894}" type="pres">
      <dgm:prSet presAssocID="{69407DF0-E9A5-4764-8257-BEF7E88AAF3D}" presName="spaceRect" presStyleCnt="0"/>
      <dgm:spPr/>
    </dgm:pt>
    <dgm:pt modelId="{0F6DB80A-9E5A-45BC-AA40-E7F616B9807A}" type="pres">
      <dgm:prSet presAssocID="{69407DF0-E9A5-4764-8257-BEF7E88AAF3D}" presName="parTx" presStyleLbl="revTx" presStyleIdx="1" presStyleCnt="4">
        <dgm:presLayoutVars>
          <dgm:chMax val="0"/>
          <dgm:chPref val="0"/>
        </dgm:presLayoutVars>
      </dgm:prSet>
      <dgm:spPr/>
    </dgm:pt>
    <dgm:pt modelId="{9087601F-2422-4C87-9C84-6FF26C239F43}" type="pres">
      <dgm:prSet presAssocID="{4FE70B13-56F7-400A-8620-9AB9AEAA3D93}" presName="sibTrans" presStyleCnt="0"/>
      <dgm:spPr/>
    </dgm:pt>
    <dgm:pt modelId="{5A56EF11-09E4-47FD-BCFA-DC21B8C32861}" type="pres">
      <dgm:prSet presAssocID="{4A8B62FB-58A0-4EAF-9EAB-37EBEE116979}" presName="compNode" presStyleCnt="0"/>
      <dgm:spPr/>
    </dgm:pt>
    <dgm:pt modelId="{EDDC36CC-015B-4FC6-BBA9-E3B2D9DF9F7E}" type="pres">
      <dgm:prSet presAssocID="{4A8B62FB-58A0-4EAF-9EAB-37EBEE116979}" presName="bgRect" presStyleLbl="bgShp" presStyleIdx="2" presStyleCnt="4"/>
      <dgm:spPr/>
    </dgm:pt>
    <dgm:pt modelId="{D2F5A10F-B82F-4992-9803-8F7F9FFA8D1B}" type="pres">
      <dgm:prSet presAssocID="{4A8B62FB-58A0-4EAF-9EAB-37EBEE11697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ruit Bowl"/>
        </a:ext>
      </dgm:extLst>
    </dgm:pt>
    <dgm:pt modelId="{479D60D6-E66D-4EA8-9FA6-EE6AE27EC785}" type="pres">
      <dgm:prSet presAssocID="{4A8B62FB-58A0-4EAF-9EAB-37EBEE116979}" presName="spaceRect" presStyleCnt="0"/>
      <dgm:spPr/>
    </dgm:pt>
    <dgm:pt modelId="{0180CB15-6588-4876-9D10-2F12705F85A5}" type="pres">
      <dgm:prSet presAssocID="{4A8B62FB-58A0-4EAF-9EAB-37EBEE116979}" presName="parTx" presStyleLbl="revTx" presStyleIdx="2" presStyleCnt="4">
        <dgm:presLayoutVars>
          <dgm:chMax val="0"/>
          <dgm:chPref val="0"/>
        </dgm:presLayoutVars>
      </dgm:prSet>
      <dgm:spPr/>
    </dgm:pt>
    <dgm:pt modelId="{8082E7BD-EA50-43E3-BFEB-05DB89DFBE16}" type="pres">
      <dgm:prSet presAssocID="{EE89F88E-9E3E-47CA-80D0-45D307D9EE73}" presName="sibTrans" presStyleCnt="0"/>
      <dgm:spPr/>
    </dgm:pt>
    <dgm:pt modelId="{59169C90-5B5D-420F-B839-31F08587EC2A}" type="pres">
      <dgm:prSet presAssocID="{165D5516-1952-452D-B2C4-1B859464CE33}" presName="compNode" presStyleCnt="0"/>
      <dgm:spPr/>
    </dgm:pt>
    <dgm:pt modelId="{3FB9E30A-BBBE-47DC-9999-41847C0F974B}" type="pres">
      <dgm:prSet presAssocID="{165D5516-1952-452D-B2C4-1B859464CE33}" presName="bgRect" presStyleLbl="bgShp" presStyleIdx="3" presStyleCnt="4"/>
      <dgm:spPr/>
    </dgm:pt>
    <dgm:pt modelId="{B476221A-9E67-45FA-BBA0-DD77C8D7C8E2}" type="pres">
      <dgm:prSet presAssocID="{165D5516-1952-452D-B2C4-1B859464CE3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nabata Tree"/>
        </a:ext>
      </dgm:extLst>
    </dgm:pt>
    <dgm:pt modelId="{F3B84249-3811-498A-BA64-F57CC5E17EF7}" type="pres">
      <dgm:prSet presAssocID="{165D5516-1952-452D-B2C4-1B859464CE33}" presName="spaceRect" presStyleCnt="0"/>
      <dgm:spPr/>
    </dgm:pt>
    <dgm:pt modelId="{30936C73-13A4-45FF-B540-FB28D4F62439}" type="pres">
      <dgm:prSet presAssocID="{165D5516-1952-452D-B2C4-1B859464CE3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AE87A1D-CDDF-4407-BCC3-E7420AD6B1FD}" type="presOf" srcId="{4A8B62FB-58A0-4EAF-9EAB-37EBEE116979}" destId="{0180CB15-6588-4876-9D10-2F12705F85A5}" srcOrd="0" destOrd="0" presId="urn:microsoft.com/office/officeart/2018/2/layout/IconVerticalSolidList"/>
    <dgm:cxn modelId="{7049E01F-07EB-4CD7-ADDA-024BD5010003}" type="presOf" srcId="{A51B5ED5-6369-4C14-9B68-AB3ED5FB1B6B}" destId="{B5C3F42C-B670-4609-86D0-34FFF3073126}" srcOrd="0" destOrd="0" presId="urn:microsoft.com/office/officeart/2018/2/layout/IconVerticalSolidList"/>
    <dgm:cxn modelId="{CED2C520-D178-4575-8D13-ACBE5F805246}" type="presOf" srcId="{165D5516-1952-452D-B2C4-1B859464CE33}" destId="{30936C73-13A4-45FF-B540-FB28D4F62439}" srcOrd="0" destOrd="0" presId="urn:microsoft.com/office/officeart/2018/2/layout/IconVerticalSolidList"/>
    <dgm:cxn modelId="{C57D5132-99B5-48A6-97A3-CA93B07CA75E}" type="presOf" srcId="{BA02D481-E9ED-4351-8098-5738A2245D92}" destId="{E38A96AC-90C8-4F75-A7C6-145F059F5BF4}" srcOrd="0" destOrd="0" presId="urn:microsoft.com/office/officeart/2018/2/layout/IconVerticalSolidList"/>
    <dgm:cxn modelId="{1A2C533A-DD93-4F94-9244-220FC51A381C}" srcId="{BA02D481-E9ED-4351-8098-5738A2245D92}" destId="{165D5516-1952-452D-B2C4-1B859464CE33}" srcOrd="3" destOrd="0" parTransId="{477D94DD-A410-452A-A2F4-77CA05039CD9}" sibTransId="{D1447728-E495-455B-BCE3-7A4115E8EB6C}"/>
    <dgm:cxn modelId="{A0ABEA79-9533-47B0-BF78-0800BF45BEA1}" srcId="{BA02D481-E9ED-4351-8098-5738A2245D92}" destId="{69407DF0-E9A5-4764-8257-BEF7E88AAF3D}" srcOrd="1" destOrd="0" parTransId="{ADA5A309-5DE8-4D90-8012-E8CCCB14E11A}" sibTransId="{4FE70B13-56F7-400A-8620-9AB9AEAA3D93}"/>
    <dgm:cxn modelId="{36C439BD-7840-4C19-8BBA-96B2D8075C76}" type="presOf" srcId="{69407DF0-E9A5-4764-8257-BEF7E88AAF3D}" destId="{0F6DB80A-9E5A-45BC-AA40-E7F616B9807A}" srcOrd="0" destOrd="0" presId="urn:microsoft.com/office/officeart/2018/2/layout/IconVerticalSolidList"/>
    <dgm:cxn modelId="{35EAA0E6-1FB5-4475-B7D4-E08D3CF9EB2B}" srcId="{BA02D481-E9ED-4351-8098-5738A2245D92}" destId="{4A8B62FB-58A0-4EAF-9EAB-37EBEE116979}" srcOrd="2" destOrd="0" parTransId="{AA992B69-C916-4BBB-884F-3BE6CC614F85}" sibTransId="{EE89F88E-9E3E-47CA-80D0-45D307D9EE73}"/>
    <dgm:cxn modelId="{EDFD88EB-6567-4E47-9BE5-61B31F940BCE}" srcId="{BA02D481-E9ED-4351-8098-5738A2245D92}" destId="{A51B5ED5-6369-4C14-9B68-AB3ED5FB1B6B}" srcOrd="0" destOrd="0" parTransId="{9D08A642-4B96-43DF-AB07-0224E7EF3E30}" sibTransId="{E67180FC-23B0-4253-B19F-FCDC58C04249}"/>
    <dgm:cxn modelId="{95D63163-4ED5-455D-9BD4-A0B98D493C17}" type="presParOf" srcId="{E38A96AC-90C8-4F75-A7C6-145F059F5BF4}" destId="{D0B49DD3-C699-4E99-A237-9708AF427670}" srcOrd="0" destOrd="0" presId="urn:microsoft.com/office/officeart/2018/2/layout/IconVerticalSolidList"/>
    <dgm:cxn modelId="{350D1137-0D6C-4422-B765-588DD168EDF9}" type="presParOf" srcId="{D0B49DD3-C699-4E99-A237-9708AF427670}" destId="{1D9F2F46-3ECA-416F-82B8-43FDA756A6DB}" srcOrd="0" destOrd="0" presId="urn:microsoft.com/office/officeart/2018/2/layout/IconVerticalSolidList"/>
    <dgm:cxn modelId="{47BC5981-6812-46CC-A158-2CFB4D764E2C}" type="presParOf" srcId="{D0B49DD3-C699-4E99-A237-9708AF427670}" destId="{6C3BC69D-9006-46BD-A27F-BCCF30780A9D}" srcOrd="1" destOrd="0" presId="urn:microsoft.com/office/officeart/2018/2/layout/IconVerticalSolidList"/>
    <dgm:cxn modelId="{5B690BD9-9A5C-4E01-BF4F-DD4BB12CDC2B}" type="presParOf" srcId="{D0B49DD3-C699-4E99-A237-9708AF427670}" destId="{7AB4CE55-D3C5-4C09-BCA9-3526BD837CD4}" srcOrd="2" destOrd="0" presId="urn:microsoft.com/office/officeart/2018/2/layout/IconVerticalSolidList"/>
    <dgm:cxn modelId="{D1244540-0468-465E-A220-E3231840B49D}" type="presParOf" srcId="{D0B49DD3-C699-4E99-A237-9708AF427670}" destId="{B5C3F42C-B670-4609-86D0-34FFF3073126}" srcOrd="3" destOrd="0" presId="urn:microsoft.com/office/officeart/2018/2/layout/IconVerticalSolidList"/>
    <dgm:cxn modelId="{E5E0A12D-E1A9-4301-B094-3B5DA7B3D208}" type="presParOf" srcId="{E38A96AC-90C8-4F75-A7C6-145F059F5BF4}" destId="{4B0F4B8A-9A2B-4581-9AB4-5DD92684A725}" srcOrd="1" destOrd="0" presId="urn:microsoft.com/office/officeart/2018/2/layout/IconVerticalSolidList"/>
    <dgm:cxn modelId="{51E16FB9-2D58-4C95-9945-768057EC87AF}" type="presParOf" srcId="{E38A96AC-90C8-4F75-A7C6-145F059F5BF4}" destId="{7017A552-4330-4F9F-AB46-9E6F6B3C8492}" srcOrd="2" destOrd="0" presId="urn:microsoft.com/office/officeart/2018/2/layout/IconVerticalSolidList"/>
    <dgm:cxn modelId="{C4D3A7A8-B545-419E-A489-38A1D5050F31}" type="presParOf" srcId="{7017A552-4330-4F9F-AB46-9E6F6B3C8492}" destId="{60A378EB-C563-45C1-9B46-D4EF56B58421}" srcOrd="0" destOrd="0" presId="urn:microsoft.com/office/officeart/2018/2/layout/IconVerticalSolidList"/>
    <dgm:cxn modelId="{A8A9ED51-4498-47FB-9EE8-9B55D8DFD8E2}" type="presParOf" srcId="{7017A552-4330-4F9F-AB46-9E6F6B3C8492}" destId="{8B60C629-B654-4850-89DA-B1A6C1BF9740}" srcOrd="1" destOrd="0" presId="urn:microsoft.com/office/officeart/2018/2/layout/IconVerticalSolidList"/>
    <dgm:cxn modelId="{A2612E19-A2AE-4DB3-B4F8-6278F0362E45}" type="presParOf" srcId="{7017A552-4330-4F9F-AB46-9E6F6B3C8492}" destId="{C1897EC2-A3FF-4981-8D3E-F263B3BC1894}" srcOrd="2" destOrd="0" presId="urn:microsoft.com/office/officeart/2018/2/layout/IconVerticalSolidList"/>
    <dgm:cxn modelId="{FAAA523B-EE61-436D-B131-A6F6EC25461B}" type="presParOf" srcId="{7017A552-4330-4F9F-AB46-9E6F6B3C8492}" destId="{0F6DB80A-9E5A-45BC-AA40-E7F616B9807A}" srcOrd="3" destOrd="0" presId="urn:microsoft.com/office/officeart/2018/2/layout/IconVerticalSolidList"/>
    <dgm:cxn modelId="{BB206FC9-3A7B-4B84-A568-6BB3EB384B87}" type="presParOf" srcId="{E38A96AC-90C8-4F75-A7C6-145F059F5BF4}" destId="{9087601F-2422-4C87-9C84-6FF26C239F43}" srcOrd="3" destOrd="0" presId="urn:microsoft.com/office/officeart/2018/2/layout/IconVerticalSolidList"/>
    <dgm:cxn modelId="{2B6A0402-9A14-495D-BDD6-D8FF3969A2B2}" type="presParOf" srcId="{E38A96AC-90C8-4F75-A7C6-145F059F5BF4}" destId="{5A56EF11-09E4-47FD-BCFA-DC21B8C32861}" srcOrd="4" destOrd="0" presId="urn:microsoft.com/office/officeart/2018/2/layout/IconVerticalSolidList"/>
    <dgm:cxn modelId="{CDC79F4D-0E36-4E79-B2A6-607A5F1A5C97}" type="presParOf" srcId="{5A56EF11-09E4-47FD-BCFA-DC21B8C32861}" destId="{EDDC36CC-015B-4FC6-BBA9-E3B2D9DF9F7E}" srcOrd="0" destOrd="0" presId="urn:microsoft.com/office/officeart/2018/2/layout/IconVerticalSolidList"/>
    <dgm:cxn modelId="{3B5E5080-AE41-4838-8002-91CD088165C6}" type="presParOf" srcId="{5A56EF11-09E4-47FD-BCFA-DC21B8C32861}" destId="{D2F5A10F-B82F-4992-9803-8F7F9FFA8D1B}" srcOrd="1" destOrd="0" presId="urn:microsoft.com/office/officeart/2018/2/layout/IconVerticalSolidList"/>
    <dgm:cxn modelId="{DDCBEBA6-3EEF-4543-AC0A-90F45F5B65D7}" type="presParOf" srcId="{5A56EF11-09E4-47FD-BCFA-DC21B8C32861}" destId="{479D60D6-E66D-4EA8-9FA6-EE6AE27EC785}" srcOrd="2" destOrd="0" presId="urn:microsoft.com/office/officeart/2018/2/layout/IconVerticalSolidList"/>
    <dgm:cxn modelId="{0D8875B0-51BD-4FB4-95A6-F7499E50C340}" type="presParOf" srcId="{5A56EF11-09E4-47FD-BCFA-DC21B8C32861}" destId="{0180CB15-6588-4876-9D10-2F12705F85A5}" srcOrd="3" destOrd="0" presId="urn:microsoft.com/office/officeart/2018/2/layout/IconVerticalSolidList"/>
    <dgm:cxn modelId="{A115F886-F756-4366-9774-B866EF5C7E15}" type="presParOf" srcId="{E38A96AC-90C8-4F75-A7C6-145F059F5BF4}" destId="{8082E7BD-EA50-43E3-BFEB-05DB89DFBE16}" srcOrd="5" destOrd="0" presId="urn:microsoft.com/office/officeart/2018/2/layout/IconVerticalSolidList"/>
    <dgm:cxn modelId="{822B222B-0997-4352-9917-27F19FF01F99}" type="presParOf" srcId="{E38A96AC-90C8-4F75-A7C6-145F059F5BF4}" destId="{59169C90-5B5D-420F-B839-31F08587EC2A}" srcOrd="6" destOrd="0" presId="urn:microsoft.com/office/officeart/2018/2/layout/IconVerticalSolidList"/>
    <dgm:cxn modelId="{404711DC-691F-4778-A01A-0BF69A63A1A3}" type="presParOf" srcId="{59169C90-5B5D-420F-B839-31F08587EC2A}" destId="{3FB9E30A-BBBE-47DC-9999-41847C0F974B}" srcOrd="0" destOrd="0" presId="urn:microsoft.com/office/officeart/2018/2/layout/IconVerticalSolidList"/>
    <dgm:cxn modelId="{D1ED5418-77A7-417B-B75A-5CC5F2C7B0D4}" type="presParOf" srcId="{59169C90-5B5D-420F-B839-31F08587EC2A}" destId="{B476221A-9E67-45FA-BBA0-DD77C8D7C8E2}" srcOrd="1" destOrd="0" presId="urn:microsoft.com/office/officeart/2018/2/layout/IconVerticalSolidList"/>
    <dgm:cxn modelId="{A1F34CBF-4160-48A3-A951-B73EB52E7B1C}" type="presParOf" srcId="{59169C90-5B5D-420F-B839-31F08587EC2A}" destId="{F3B84249-3811-498A-BA64-F57CC5E17EF7}" srcOrd="2" destOrd="0" presId="urn:microsoft.com/office/officeart/2018/2/layout/IconVerticalSolidList"/>
    <dgm:cxn modelId="{87B61258-0C63-4B8C-9F56-835798F411B4}" type="presParOf" srcId="{59169C90-5B5D-420F-B839-31F08587EC2A}" destId="{30936C73-13A4-45FF-B540-FB28D4F6243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E3529AE-588C-48D0-AE5E-A77D1B4A241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878762F-C994-4116-B6B1-12D655A0455D}">
      <dgm:prSet/>
      <dgm:spPr/>
      <dgm:t>
        <a:bodyPr/>
        <a:lstStyle/>
        <a:p>
          <a:r>
            <a:rPr lang="en-US"/>
            <a:t>If you were treated unfairly, would you confront the opposing party with benevolence and humanity? </a:t>
          </a:r>
        </a:p>
      </dgm:t>
    </dgm:pt>
    <dgm:pt modelId="{4C8298DD-8308-4040-A3AD-496B17308D61}" type="parTrans" cxnId="{FDBCB08B-7BDE-4C89-A07F-B9DE85228106}">
      <dgm:prSet/>
      <dgm:spPr/>
      <dgm:t>
        <a:bodyPr/>
        <a:lstStyle/>
        <a:p>
          <a:endParaRPr lang="en-US"/>
        </a:p>
      </dgm:t>
    </dgm:pt>
    <dgm:pt modelId="{EAFF4D67-0CD4-449A-979E-3DC5963C5E5E}" type="sibTrans" cxnId="{FDBCB08B-7BDE-4C89-A07F-B9DE85228106}">
      <dgm:prSet/>
      <dgm:spPr/>
      <dgm:t>
        <a:bodyPr/>
        <a:lstStyle/>
        <a:p>
          <a:endParaRPr lang="en-US"/>
        </a:p>
      </dgm:t>
    </dgm:pt>
    <dgm:pt modelId="{864B2988-47BE-49DE-99A7-3F3A08728987}">
      <dgm:prSet/>
      <dgm:spPr/>
      <dgm:t>
        <a:bodyPr/>
        <a:lstStyle/>
        <a:p>
          <a:r>
            <a:rPr lang="en-US" dirty="0"/>
            <a:t>Confucius would stress that you must treat others with kindness, hence “Do not impose on others what you yourself do not desire.”</a:t>
          </a:r>
        </a:p>
      </dgm:t>
    </dgm:pt>
    <dgm:pt modelId="{8CC6EA2E-E61B-48B2-96DD-0B2CB75F898E}" type="parTrans" cxnId="{3503396C-FA7B-4827-9993-F5412BD06AAF}">
      <dgm:prSet/>
      <dgm:spPr/>
      <dgm:t>
        <a:bodyPr/>
        <a:lstStyle/>
        <a:p>
          <a:endParaRPr lang="en-US"/>
        </a:p>
      </dgm:t>
    </dgm:pt>
    <dgm:pt modelId="{16B20BD6-21C0-4584-8D04-E0DD6481B70E}" type="sibTrans" cxnId="{3503396C-FA7B-4827-9993-F5412BD06AAF}">
      <dgm:prSet/>
      <dgm:spPr/>
      <dgm:t>
        <a:bodyPr/>
        <a:lstStyle/>
        <a:p>
          <a:endParaRPr lang="en-US"/>
        </a:p>
      </dgm:t>
    </dgm:pt>
    <dgm:pt modelId="{8B64C20C-5268-4599-9C12-BB7C6FB6C060}" type="pres">
      <dgm:prSet presAssocID="{CE3529AE-588C-48D0-AE5E-A77D1B4A2416}" presName="root" presStyleCnt="0">
        <dgm:presLayoutVars>
          <dgm:dir/>
          <dgm:resizeHandles val="exact"/>
        </dgm:presLayoutVars>
      </dgm:prSet>
      <dgm:spPr/>
    </dgm:pt>
    <dgm:pt modelId="{C5FB9C06-7D80-4459-A984-7823CE631FCD}" type="pres">
      <dgm:prSet presAssocID="{D878762F-C994-4116-B6B1-12D655A0455D}" presName="compNode" presStyleCnt="0"/>
      <dgm:spPr/>
    </dgm:pt>
    <dgm:pt modelId="{E3732C9B-0052-4A3C-9C75-149BB26436DF}" type="pres">
      <dgm:prSet presAssocID="{D878762F-C994-4116-B6B1-12D655A0455D}" presName="bgRect" presStyleLbl="bgShp" presStyleIdx="0" presStyleCnt="2"/>
      <dgm:spPr/>
    </dgm:pt>
    <dgm:pt modelId="{9CE5B93B-D315-4DD4-BB84-F591EDC62BAC}" type="pres">
      <dgm:prSet presAssocID="{D878762F-C994-4116-B6B1-12D655A0455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ngel Face Outline"/>
        </a:ext>
      </dgm:extLst>
    </dgm:pt>
    <dgm:pt modelId="{741463BB-842F-4952-9746-5E99158A60C0}" type="pres">
      <dgm:prSet presAssocID="{D878762F-C994-4116-B6B1-12D655A0455D}" presName="spaceRect" presStyleCnt="0"/>
      <dgm:spPr/>
    </dgm:pt>
    <dgm:pt modelId="{B164705A-339E-4E77-90D2-E0CB0F2F1D3F}" type="pres">
      <dgm:prSet presAssocID="{D878762F-C994-4116-B6B1-12D655A0455D}" presName="parTx" presStyleLbl="revTx" presStyleIdx="0" presStyleCnt="2">
        <dgm:presLayoutVars>
          <dgm:chMax val="0"/>
          <dgm:chPref val="0"/>
        </dgm:presLayoutVars>
      </dgm:prSet>
      <dgm:spPr/>
    </dgm:pt>
    <dgm:pt modelId="{6D176029-EE36-44E6-8387-5E990631F6FF}" type="pres">
      <dgm:prSet presAssocID="{EAFF4D67-0CD4-449A-979E-3DC5963C5E5E}" presName="sibTrans" presStyleCnt="0"/>
      <dgm:spPr/>
    </dgm:pt>
    <dgm:pt modelId="{5699AEB8-8DB2-45BA-B770-850E113F5C12}" type="pres">
      <dgm:prSet presAssocID="{864B2988-47BE-49DE-99A7-3F3A08728987}" presName="compNode" presStyleCnt="0"/>
      <dgm:spPr/>
    </dgm:pt>
    <dgm:pt modelId="{85E7142B-0E6B-48ED-B4AB-392F6DADE903}" type="pres">
      <dgm:prSet presAssocID="{864B2988-47BE-49DE-99A7-3F3A08728987}" presName="bgRect" presStyleLbl="bgShp" presStyleIdx="1" presStyleCnt="2"/>
      <dgm:spPr/>
    </dgm:pt>
    <dgm:pt modelId="{73E2A0AD-F01E-4263-AF49-28F094D174E4}" type="pres">
      <dgm:prSet presAssocID="{864B2988-47BE-49DE-99A7-3F3A0872898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08B05590-B47C-40E0-90F5-8CEB9874024B}" type="pres">
      <dgm:prSet presAssocID="{864B2988-47BE-49DE-99A7-3F3A08728987}" presName="spaceRect" presStyleCnt="0"/>
      <dgm:spPr/>
    </dgm:pt>
    <dgm:pt modelId="{AE2E9055-4735-41B0-8556-F26640512625}" type="pres">
      <dgm:prSet presAssocID="{864B2988-47BE-49DE-99A7-3F3A08728987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24C88A0B-345C-469B-B41D-B82EF4C3A43F}" type="presOf" srcId="{D878762F-C994-4116-B6B1-12D655A0455D}" destId="{B164705A-339E-4E77-90D2-E0CB0F2F1D3F}" srcOrd="0" destOrd="0" presId="urn:microsoft.com/office/officeart/2018/2/layout/IconVerticalSolidList"/>
    <dgm:cxn modelId="{3503396C-FA7B-4827-9993-F5412BD06AAF}" srcId="{CE3529AE-588C-48D0-AE5E-A77D1B4A2416}" destId="{864B2988-47BE-49DE-99A7-3F3A08728987}" srcOrd="1" destOrd="0" parTransId="{8CC6EA2E-E61B-48B2-96DD-0B2CB75F898E}" sibTransId="{16B20BD6-21C0-4584-8D04-E0DD6481B70E}"/>
    <dgm:cxn modelId="{05670B71-D7CD-4510-A8C0-4EAD8263812F}" type="presOf" srcId="{864B2988-47BE-49DE-99A7-3F3A08728987}" destId="{AE2E9055-4735-41B0-8556-F26640512625}" srcOrd="0" destOrd="0" presId="urn:microsoft.com/office/officeart/2018/2/layout/IconVerticalSolidList"/>
    <dgm:cxn modelId="{FDBCB08B-7BDE-4C89-A07F-B9DE85228106}" srcId="{CE3529AE-588C-48D0-AE5E-A77D1B4A2416}" destId="{D878762F-C994-4116-B6B1-12D655A0455D}" srcOrd="0" destOrd="0" parTransId="{4C8298DD-8308-4040-A3AD-496B17308D61}" sibTransId="{EAFF4D67-0CD4-449A-979E-3DC5963C5E5E}"/>
    <dgm:cxn modelId="{E4FF6B8E-EFB7-47FE-888A-FFE55596801D}" type="presOf" srcId="{CE3529AE-588C-48D0-AE5E-A77D1B4A2416}" destId="{8B64C20C-5268-4599-9C12-BB7C6FB6C060}" srcOrd="0" destOrd="0" presId="urn:microsoft.com/office/officeart/2018/2/layout/IconVerticalSolidList"/>
    <dgm:cxn modelId="{4C6E5616-D79A-4ED2-909C-D955709F390F}" type="presParOf" srcId="{8B64C20C-5268-4599-9C12-BB7C6FB6C060}" destId="{C5FB9C06-7D80-4459-A984-7823CE631FCD}" srcOrd="0" destOrd="0" presId="urn:microsoft.com/office/officeart/2018/2/layout/IconVerticalSolidList"/>
    <dgm:cxn modelId="{1C4EE9A0-F2F8-4BA9-88C6-3713D7431EF6}" type="presParOf" srcId="{C5FB9C06-7D80-4459-A984-7823CE631FCD}" destId="{E3732C9B-0052-4A3C-9C75-149BB26436DF}" srcOrd="0" destOrd="0" presId="urn:microsoft.com/office/officeart/2018/2/layout/IconVerticalSolidList"/>
    <dgm:cxn modelId="{D7263E40-01AC-41B2-ADFE-863A5846F4AE}" type="presParOf" srcId="{C5FB9C06-7D80-4459-A984-7823CE631FCD}" destId="{9CE5B93B-D315-4DD4-BB84-F591EDC62BAC}" srcOrd="1" destOrd="0" presId="urn:microsoft.com/office/officeart/2018/2/layout/IconVerticalSolidList"/>
    <dgm:cxn modelId="{7DAE9B68-D780-4AFD-89C0-F426C28BA8AB}" type="presParOf" srcId="{C5FB9C06-7D80-4459-A984-7823CE631FCD}" destId="{741463BB-842F-4952-9746-5E99158A60C0}" srcOrd="2" destOrd="0" presId="urn:microsoft.com/office/officeart/2018/2/layout/IconVerticalSolidList"/>
    <dgm:cxn modelId="{A766BDE4-2A88-4965-854B-403E6553628F}" type="presParOf" srcId="{C5FB9C06-7D80-4459-A984-7823CE631FCD}" destId="{B164705A-339E-4E77-90D2-E0CB0F2F1D3F}" srcOrd="3" destOrd="0" presId="urn:microsoft.com/office/officeart/2018/2/layout/IconVerticalSolidList"/>
    <dgm:cxn modelId="{1A381534-A005-4AE3-94F9-D9EFCC7693FD}" type="presParOf" srcId="{8B64C20C-5268-4599-9C12-BB7C6FB6C060}" destId="{6D176029-EE36-44E6-8387-5E990631F6FF}" srcOrd="1" destOrd="0" presId="urn:microsoft.com/office/officeart/2018/2/layout/IconVerticalSolidList"/>
    <dgm:cxn modelId="{E333CBE8-6B5F-4C77-B066-7133C218194A}" type="presParOf" srcId="{8B64C20C-5268-4599-9C12-BB7C6FB6C060}" destId="{5699AEB8-8DB2-45BA-B770-850E113F5C12}" srcOrd="2" destOrd="0" presId="urn:microsoft.com/office/officeart/2018/2/layout/IconVerticalSolidList"/>
    <dgm:cxn modelId="{5CC9FBF1-F563-486F-A774-B5A6A34F3BAC}" type="presParOf" srcId="{5699AEB8-8DB2-45BA-B770-850E113F5C12}" destId="{85E7142B-0E6B-48ED-B4AB-392F6DADE903}" srcOrd="0" destOrd="0" presId="urn:microsoft.com/office/officeart/2018/2/layout/IconVerticalSolidList"/>
    <dgm:cxn modelId="{CF3C66DE-7D70-4B85-ABE3-5D70977B3408}" type="presParOf" srcId="{5699AEB8-8DB2-45BA-B770-850E113F5C12}" destId="{73E2A0AD-F01E-4263-AF49-28F094D174E4}" srcOrd="1" destOrd="0" presId="urn:microsoft.com/office/officeart/2018/2/layout/IconVerticalSolidList"/>
    <dgm:cxn modelId="{93E0D7D4-24C0-42A1-90D7-260784DD4CA5}" type="presParOf" srcId="{5699AEB8-8DB2-45BA-B770-850E113F5C12}" destId="{08B05590-B47C-40E0-90F5-8CEB9874024B}" srcOrd="2" destOrd="0" presId="urn:microsoft.com/office/officeart/2018/2/layout/IconVerticalSolidList"/>
    <dgm:cxn modelId="{0C5399C3-88FB-4AD3-8117-B5393DBD05F2}" type="presParOf" srcId="{5699AEB8-8DB2-45BA-B770-850E113F5C12}" destId="{AE2E9055-4735-41B0-8556-F2664051262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CDEBA2A-E799-4EDF-B2E6-6E8B723A34D3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BBB372A-F666-4818-B2D3-B8E88729CBE7}">
      <dgm:prSet/>
      <dgm:spPr/>
      <dgm:t>
        <a:bodyPr/>
        <a:lstStyle/>
        <a:p>
          <a:r>
            <a:rPr lang="en-US"/>
            <a:t>Have rituals and societal practices lost their meaning?</a:t>
          </a:r>
        </a:p>
      </dgm:t>
    </dgm:pt>
    <dgm:pt modelId="{A89D12F4-F78C-4575-B902-1E962351ED42}" type="parTrans" cxnId="{811BCA32-0B89-481F-B24D-8895670E06E3}">
      <dgm:prSet/>
      <dgm:spPr/>
      <dgm:t>
        <a:bodyPr/>
        <a:lstStyle/>
        <a:p>
          <a:endParaRPr lang="en-US"/>
        </a:p>
      </dgm:t>
    </dgm:pt>
    <dgm:pt modelId="{6801D8C5-F0F2-4282-BFCB-3ED6C17718F3}" type="sibTrans" cxnId="{811BCA32-0B89-481F-B24D-8895670E06E3}">
      <dgm:prSet/>
      <dgm:spPr/>
      <dgm:t>
        <a:bodyPr/>
        <a:lstStyle/>
        <a:p>
          <a:endParaRPr lang="en-US"/>
        </a:p>
      </dgm:t>
    </dgm:pt>
    <dgm:pt modelId="{3FF13ABA-D881-47EC-892E-09A5405123DD}">
      <dgm:prSet/>
      <dgm:spPr/>
      <dgm:t>
        <a:bodyPr/>
        <a:lstStyle/>
        <a:p>
          <a:r>
            <a:rPr lang="en-US" dirty="0"/>
            <a:t>Confucius: Rituals have not, they are essential to create order and social harmony.</a:t>
          </a:r>
        </a:p>
      </dgm:t>
    </dgm:pt>
    <dgm:pt modelId="{04325E74-9009-4FC7-89B9-2A652914182F}" type="parTrans" cxnId="{16E9396F-648B-4B5D-AC7F-320BAFA891BB}">
      <dgm:prSet/>
      <dgm:spPr/>
      <dgm:t>
        <a:bodyPr/>
        <a:lstStyle/>
        <a:p>
          <a:endParaRPr lang="en-US"/>
        </a:p>
      </dgm:t>
    </dgm:pt>
    <dgm:pt modelId="{9F4295DD-A36B-42C1-BAE4-C3BF075BD97C}" type="sibTrans" cxnId="{16E9396F-648B-4B5D-AC7F-320BAFA891BB}">
      <dgm:prSet/>
      <dgm:spPr/>
      <dgm:t>
        <a:bodyPr/>
        <a:lstStyle/>
        <a:p>
          <a:endParaRPr lang="en-US"/>
        </a:p>
      </dgm:t>
    </dgm:pt>
    <dgm:pt modelId="{07095C13-E20A-4265-95D5-235D03D79F71}" type="pres">
      <dgm:prSet presAssocID="{2CDEBA2A-E799-4EDF-B2E6-6E8B723A34D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10ADF08-EC5D-41D3-AB64-9CA353999B85}" type="pres">
      <dgm:prSet presAssocID="{7BBB372A-F666-4818-B2D3-B8E88729CBE7}" presName="hierRoot1" presStyleCnt="0"/>
      <dgm:spPr/>
    </dgm:pt>
    <dgm:pt modelId="{BB4CEAB9-14C7-4D0F-9835-FDCDB6AA0AFC}" type="pres">
      <dgm:prSet presAssocID="{7BBB372A-F666-4818-B2D3-B8E88729CBE7}" presName="composite" presStyleCnt="0"/>
      <dgm:spPr/>
    </dgm:pt>
    <dgm:pt modelId="{0E8F8478-1F94-4349-AA72-D352C23568ED}" type="pres">
      <dgm:prSet presAssocID="{7BBB372A-F666-4818-B2D3-B8E88729CBE7}" presName="background" presStyleLbl="node0" presStyleIdx="0" presStyleCnt="2"/>
      <dgm:spPr/>
    </dgm:pt>
    <dgm:pt modelId="{7E5FF996-A590-4646-AF27-43D788D5E3BF}" type="pres">
      <dgm:prSet presAssocID="{7BBB372A-F666-4818-B2D3-B8E88729CBE7}" presName="text" presStyleLbl="fgAcc0" presStyleIdx="0" presStyleCnt="2">
        <dgm:presLayoutVars>
          <dgm:chPref val="3"/>
        </dgm:presLayoutVars>
      </dgm:prSet>
      <dgm:spPr/>
    </dgm:pt>
    <dgm:pt modelId="{6EF2AB40-5FC5-4365-9F70-725367F109FC}" type="pres">
      <dgm:prSet presAssocID="{7BBB372A-F666-4818-B2D3-B8E88729CBE7}" presName="hierChild2" presStyleCnt="0"/>
      <dgm:spPr/>
    </dgm:pt>
    <dgm:pt modelId="{F76B0182-3CF5-45BA-A026-347F22B32CA8}" type="pres">
      <dgm:prSet presAssocID="{3FF13ABA-D881-47EC-892E-09A5405123DD}" presName="hierRoot1" presStyleCnt="0"/>
      <dgm:spPr/>
    </dgm:pt>
    <dgm:pt modelId="{8589CC03-7CDA-4F8A-ACCF-D9387CFD5561}" type="pres">
      <dgm:prSet presAssocID="{3FF13ABA-D881-47EC-892E-09A5405123DD}" presName="composite" presStyleCnt="0"/>
      <dgm:spPr/>
    </dgm:pt>
    <dgm:pt modelId="{29BF3653-B9D1-48C9-8B10-EFC3C2BFF5DC}" type="pres">
      <dgm:prSet presAssocID="{3FF13ABA-D881-47EC-892E-09A5405123DD}" presName="background" presStyleLbl="node0" presStyleIdx="1" presStyleCnt="2"/>
      <dgm:spPr/>
    </dgm:pt>
    <dgm:pt modelId="{9ED17DC3-E2D4-4135-8BE0-32C3766B4017}" type="pres">
      <dgm:prSet presAssocID="{3FF13ABA-D881-47EC-892E-09A5405123DD}" presName="text" presStyleLbl="fgAcc0" presStyleIdx="1" presStyleCnt="2">
        <dgm:presLayoutVars>
          <dgm:chPref val="3"/>
        </dgm:presLayoutVars>
      </dgm:prSet>
      <dgm:spPr/>
    </dgm:pt>
    <dgm:pt modelId="{328D7776-5E76-47AF-8D54-B7C5332F207D}" type="pres">
      <dgm:prSet presAssocID="{3FF13ABA-D881-47EC-892E-09A5405123DD}" presName="hierChild2" presStyleCnt="0"/>
      <dgm:spPr/>
    </dgm:pt>
  </dgm:ptLst>
  <dgm:cxnLst>
    <dgm:cxn modelId="{3DB6DE00-032B-46DF-BC23-2DB969F6BFE2}" type="presOf" srcId="{3FF13ABA-D881-47EC-892E-09A5405123DD}" destId="{9ED17DC3-E2D4-4135-8BE0-32C3766B4017}" srcOrd="0" destOrd="0" presId="urn:microsoft.com/office/officeart/2005/8/layout/hierarchy1"/>
    <dgm:cxn modelId="{F2B87F27-29CE-4A16-AF6E-B241FB685BF7}" type="presOf" srcId="{2CDEBA2A-E799-4EDF-B2E6-6E8B723A34D3}" destId="{07095C13-E20A-4265-95D5-235D03D79F71}" srcOrd="0" destOrd="0" presId="urn:microsoft.com/office/officeart/2005/8/layout/hierarchy1"/>
    <dgm:cxn modelId="{811BCA32-0B89-481F-B24D-8895670E06E3}" srcId="{2CDEBA2A-E799-4EDF-B2E6-6E8B723A34D3}" destId="{7BBB372A-F666-4818-B2D3-B8E88729CBE7}" srcOrd="0" destOrd="0" parTransId="{A89D12F4-F78C-4575-B902-1E962351ED42}" sibTransId="{6801D8C5-F0F2-4282-BFCB-3ED6C17718F3}"/>
    <dgm:cxn modelId="{16E9396F-648B-4B5D-AC7F-320BAFA891BB}" srcId="{2CDEBA2A-E799-4EDF-B2E6-6E8B723A34D3}" destId="{3FF13ABA-D881-47EC-892E-09A5405123DD}" srcOrd="1" destOrd="0" parTransId="{04325E74-9009-4FC7-89B9-2A652914182F}" sibTransId="{9F4295DD-A36B-42C1-BAE4-C3BF075BD97C}"/>
    <dgm:cxn modelId="{C3078FBF-08FF-478E-BAFF-307D297B679C}" type="presOf" srcId="{7BBB372A-F666-4818-B2D3-B8E88729CBE7}" destId="{7E5FF996-A590-4646-AF27-43D788D5E3BF}" srcOrd="0" destOrd="0" presId="urn:microsoft.com/office/officeart/2005/8/layout/hierarchy1"/>
    <dgm:cxn modelId="{269B9CEA-4C86-402E-92D1-1AC6E0C5B074}" type="presParOf" srcId="{07095C13-E20A-4265-95D5-235D03D79F71}" destId="{A10ADF08-EC5D-41D3-AB64-9CA353999B85}" srcOrd="0" destOrd="0" presId="urn:microsoft.com/office/officeart/2005/8/layout/hierarchy1"/>
    <dgm:cxn modelId="{99F05C2A-C0B0-4B7F-B0D0-5FD54D630493}" type="presParOf" srcId="{A10ADF08-EC5D-41D3-AB64-9CA353999B85}" destId="{BB4CEAB9-14C7-4D0F-9835-FDCDB6AA0AFC}" srcOrd="0" destOrd="0" presId="urn:microsoft.com/office/officeart/2005/8/layout/hierarchy1"/>
    <dgm:cxn modelId="{FF46A302-8E31-40C4-8F81-D8AF6D465A48}" type="presParOf" srcId="{BB4CEAB9-14C7-4D0F-9835-FDCDB6AA0AFC}" destId="{0E8F8478-1F94-4349-AA72-D352C23568ED}" srcOrd="0" destOrd="0" presId="urn:microsoft.com/office/officeart/2005/8/layout/hierarchy1"/>
    <dgm:cxn modelId="{F73E3AD6-6E3F-47FA-8814-BCFA10E66BB5}" type="presParOf" srcId="{BB4CEAB9-14C7-4D0F-9835-FDCDB6AA0AFC}" destId="{7E5FF996-A590-4646-AF27-43D788D5E3BF}" srcOrd="1" destOrd="0" presId="urn:microsoft.com/office/officeart/2005/8/layout/hierarchy1"/>
    <dgm:cxn modelId="{8C034CA5-9FD6-4A44-B157-8B6ED692B314}" type="presParOf" srcId="{A10ADF08-EC5D-41D3-AB64-9CA353999B85}" destId="{6EF2AB40-5FC5-4365-9F70-725367F109FC}" srcOrd="1" destOrd="0" presId="urn:microsoft.com/office/officeart/2005/8/layout/hierarchy1"/>
    <dgm:cxn modelId="{757867D5-62B0-4C11-B343-451548DC32FD}" type="presParOf" srcId="{07095C13-E20A-4265-95D5-235D03D79F71}" destId="{F76B0182-3CF5-45BA-A026-347F22B32CA8}" srcOrd="1" destOrd="0" presId="urn:microsoft.com/office/officeart/2005/8/layout/hierarchy1"/>
    <dgm:cxn modelId="{2E592EC3-2EA6-4BB3-8536-B17E7838A599}" type="presParOf" srcId="{F76B0182-3CF5-45BA-A026-347F22B32CA8}" destId="{8589CC03-7CDA-4F8A-ACCF-D9387CFD5561}" srcOrd="0" destOrd="0" presId="urn:microsoft.com/office/officeart/2005/8/layout/hierarchy1"/>
    <dgm:cxn modelId="{6EDD80C0-FCB8-4186-A4C0-8C12E3CFFC5A}" type="presParOf" srcId="{8589CC03-7CDA-4F8A-ACCF-D9387CFD5561}" destId="{29BF3653-B9D1-48C9-8B10-EFC3C2BFF5DC}" srcOrd="0" destOrd="0" presId="urn:microsoft.com/office/officeart/2005/8/layout/hierarchy1"/>
    <dgm:cxn modelId="{6E52B8D6-0F2B-4A79-803E-6607C19D5B86}" type="presParOf" srcId="{8589CC03-7CDA-4F8A-ACCF-D9387CFD5561}" destId="{9ED17DC3-E2D4-4135-8BE0-32C3766B4017}" srcOrd="1" destOrd="0" presId="urn:microsoft.com/office/officeart/2005/8/layout/hierarchy1"/>
    <dgm:cxn modelId="{FE11BA34-A14D-4BCA-A957-778FD322AFDE}" type="presParOf" srcId="{F76B0182-3CF5-45BA-A026-347F22B32CA8}" destId="{328D7776-5E76-47AF-8D54-B7C5332F207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F29174C-DB25-4BDF-B46D-23DE9DAF52D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1BCBF77-7574-40F5-B2B6-34BC10B281E3}">
      <dgm:prSet custT="1"/>
      <dgm:spPr/>
      <dgm:t>
        <a:bodyPr/>
        <a:lstStyle/>
        <a:p>
          <a:r>
            <a:rPr lang="en-US" sz="2000" dirty="0"/>
            <a:t>Do you wish to respect your parents and elders?</a:t>
          </a:r>
        </a:p>
      </dgm:t>
    </dgm:pt>
    <dgm:pt modelId="{4A7F4E00-EEB0-4612-B5A1-8EEB5189C85B}" type="parTrans" cxnId="{25682525-4F89-4F2E-B758-E8215CA0AFA3}">
      <dgm:prSet/>
      <dgm:spPr/>
      <dgm:t>
        <a:bodyPr/>
        <a:lstStyle/>
        <a:p>
          <a:endParaRPr lang="en-US"/>
        </a:p>
      </dgm:t>
    </dgm:pt>
    <dgm:pt modelId="{E0565215-3329-407B-90CB-50E56F5C14A7}" type="sibTrans" cxnId="{25682525-4F89-4F2E-B758-E8215CA0AFA3}">
      <dgm:prSet/>
      <dgm:spPr/>
      <dgm:t>
        <a:bodyPr/>
        <a:lstStyle/>
        <a:p>
          <a:endParaRPr lang="en-US"/>
        </a:p>
      </dgm:t>
    </dgm:pt>
    <dgm:pt modelId="{DAE1CB59-2A80-47D8-B493-48CBE852B8A0}">
      <dgm:prSet custT="1"/>
      <dgm:spPr/>
      <dgm:t>
        <a:bodyPr/>
        <a:lstStyle/>
        <a:p>
          <a:r>
            <a:rPr lang="en-US" sz="2000" dirty="0"/>
            <a:t>Confucius: Filial piety is the cornerstone of moral development. </a:t>
          </a:r>
        </a:p>
      </dgm:t>
    </dgm:pt>
    <dgm:pt modelId="{14E87B6E-DF83-4959-B5BF-5406582522DA}" type="parTrans" cxnId="{028FD7E2-E478-4DEA-AB11-23AADC381FC8}">
      <dgm:prSet/>
      <dgm:spPr/>
      <dgm:t>
        <a:bodyPr/>
        <a:lstStyle/>
        <a:p>
          <a:endParaRPr lang="en-US"/>
        </a:p>
      </dgm:t>
    </dgm:pt>
    <dgm:pt modelId="{47465A5A-4098-4CB4-A352-35F3B5BDE750}" type="sibTrans" cxnId="{028FD7E2-E478-4DEA-AB11-23AADC381FC8}">
      <dgm:prSet/>
      <dgm:spPr/>
      <dgm:t>
        <a:bodyPr/>
        <a:lstStyle/>
        <a:p>
          <a:endParaRPr lang="en-US"/>
        </a:p>
      </dgm:t>
    </dgm:pt>
    <dgm:pt modelId="{79E9E26D-93E3-4DE0-8BEC-4878D5D0373F}" type="pres">
      <dgm:prSet presAssocID="{0F29174C-DB25-4BDF-B46D-23DE9DAF52DF}" presName="root" presStyleCnt="0">
        <dgm:presLayoutVars>
          <dgm:dir/>
          <dgm:resizeHandles val="exact"/>
        </dgm:presLayoutVars>
      </dgm:prSet>
      <dgm:spPr/>
    </dgm:pt>
    <dgm:pt modelId="{F442A9AC-9EE4-45D0-AD68-190611B136FE}" type="pres">
      <dgm:prSet presAssocID="{61BCBF77-7574-40F5-B2B6-34BC10B281E3}" presName="compNode" presStyleCnt="0"/>
      <dgm:spPr/>
    </dgm:pt>
    <dgm:pt modelId="{F6851B45-A350-46F4-B6B1-1B8577C445D1}" type="pres">
      <dgm:prSet presAssocID="{61BCBF77-7574-40F5-B2B6-34BC10B281E3}" presName="iconRect" presStyleLbl="node1" presStyleIdx="0" presStyleCnt="2" custLinFactX="100000" custLinFactNeighborX="167035" custLinFactNeighborY="-3636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box Checked with solid fill"/>
        </a:ext>
      </dgm:extLst>
    </dgm:pt>
    <dgm:pt modelId="{92973244-F1C4-465B-93FE-FEAF716CF472}" type="pres">
      <dgm:prSet presAssocID="{61BCBF77-7574-40F5-B2B6-34BC10B281E3}" presName="spaceRect" presStyleCnt="0"/>
      <dgm:spPr/>
    </dgm:pt>
    <dgm:pt modelId="{9573E08C-4111-4609-9A21-C04C0581136F}" type="pres">
      <dgm:prSet presAssocID="{61BCBF77-7574-40F5-B2B6-34BC10B281E3}" presName="textRect" presStyleLbl="revTx" presStyleIdx="0" presStyleCnt="2">
        <dgm:presLayoutVars>
          <dgm:chMax val="1"/>
          <dgm:chPref val="1"/>
        </dgm:presLayoutVars>
      </dgm:prSet>
      <dgm:spPr/>
    </dgm:pt>
    <dgm:pt modelId="{D8200711-BBAD-4846-9EE0-439EB3A6EF36}" type="pres">
      <dgm:prSet presAssocID="{E0565215-3329-407B-90CB-50E56F5C14A7}" presName="sibTrans" presStyleCnt="0"/>
      <dgm:spPr/>
    </dgm:pt>
    <dgm:pt modelId="{549BD5F2-C0E6-4504-8B64-A9D5413EF939}" type="pres">
      <dgm:prSet presAssocID="{DAE1CB59-2A80-47D8-B493-48CBE852B8A0}" presName="compNode" presStyleCnt="0"/>
      <dgm:spPr/>
    </dgm:pt>
    <dgm:pt modelId="{B34D740D-5471-493D-B46C-32AD09840377}" type="pres">
      <dgm:prSet presAssocID="{DAE1CB59-2A80-47D8-B493-48CBE852B8A0}" presName="iconRect" presStyleLbl="node1" presStyleIdx="1" presStyleCnt="2" custLinFactX="-100000" custLinFactNeighborX="-16285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used Person"/>
        </a:ext>
      </dgm:extLst>
    </dgm:pt>
    <dgm:pt modelId="{2C2AC1ED-46B2-4081-8B34-9F46836539A1}" type="pres">
      <dgm:prSet presAssocID="{DAE1CB59-2A80-47D8-B493-48CBE852B8A0}" presName="spaceRect" presStyleCnt="0"/>
      <dgm:spPr/>
    </dgm:pt>
    <dgm:pt modelId="{A486FAF9-9741-4027-BDB4-E2ED5EAE0250}" type="pres">
      <dgm:prSet presAssocID="{DAE1CB59-2A80-47D8-B493-48CBE852B8A0}" presName="textRect" presStyleLbl="revTx" presStyleIdx="1" presStyleCnt="2" custLinFactY="-40103" custLinFactNeighborX="1208" custLinFactNeighborY="-100000">
        <dgm:presLayoutVars>
          <dgm:chMax val="1"/>
          <dgm:chPref val="1"/>
        </dgm:presLayoutVars>
      </dgm:prSet>
      <dgm:spPr/>
    </dgm:pt>
  </dgm:ptLst>
  <dgm:cxnLst>
    <dgm:cxn modelId="{25682525-4F89-4F2E-B758-E8215CA0AFA3}" srcId="{0F29174C-DB25-4BDF-B46D-23DE9DAF52DF}" destId="{61BCBF77-7574-40F5-B2B6-34BC10B281E3}" srcOrd="0" destOrd="0" parTransId="{4A7F4E00-EEB0-4612-B5A1-8EEB5189C85B}" sibTransId="{E0565215-3329-407B-90CB-50E56F5C14A7}"/>
    <dgm:cxn modelId="{75530A28-A3FC-4BEB-A630-76C22FF373FB}" type="presOf" srcId="{61BCBF77-7574-40F5-B2B6-34BC10B281E3}" destId="{9573E08C-4111-4609-9A21-C04C0581136F}" srcOrd="0" destOrd="0" presId="urn:microsoft.com/office/officeart/2018/2/layout/IconLabelList"/>
    <dgm:cxn modelId="{3942FB8D-258A-4067-A5DD-D7052647D55B}" type="presOf" srcId="{DAE1CB59-2A80-47D8-B493-48CBE852B8A0}" destId="{A486FAF9-9741-4027-BDB4-E2ED5EAE0250}" srcOrd="0" destOrd="0" presId="urn:microsoft.com/office/officeart/2018/2/layout/IconLabelList"/>
    <dgm:cxn modelId="{DC3A01AF-07EB-4996-A472-88AC1F8069CA}" type="presOf" srcId="{0F29174C-DB25-4BDF-B46D-23DE9DAF52DF}" destId="{79E9E26D-93E3-4DE0-8BEC-4878D5D0373F}" srcOrd="0" destOrd="0" presId="urn:microsoft.com/office/officeart/2018/2/layout/IconLabelList"/>
    <dgm:cxn modelId="{028FD7E2-E478-4DEA-AB11-23AADC381FC8}" srcId="{0F29174C-DB25-4BDF-B46D-23DE9DAF52DF}" destId="{DAE1CB59-2A80-47D8-B493-48CBE852B8A0}" srcOrd="1" destOrd="0" parTransId="{14E87B6E-DF83-4959-B5BF-5406582522DA}" sibTransId="{47465A5A-4098-4CB4-A352-35F3B5BDE750}"/>
    <dgm:cxn modelId="{E440442C-BB88-40C8-BA29-5D05429E410C}" type="presParOf" srcId="{79E9E26D-93E3-4DE0-8BEC-4878D5D0373F}" destId="{F442A9AC-9EE4-45D0-AD68-190611B136FE}" srcOrd="0" destOrd="0" presId="urn:microsoft.com/office/officeart/2018/2/layout/IconLabelList"/>
    <dgm:cxn modelId="{DDFB7255-21B9-4C68-971E-40969ADEB157}" type="presParOf" srcId="{F442A9AC-9EE4-45D0-AD68-190611B136FE}" destId="{F6851B45-A350-46F4-B6B1-1B8577C445D1}" srcOrd="0" destOrd="0" presId="urn:microsoft.com/office/officeart/2018/2/layout/IconLabelList"/>
    <dgm:cxn modelId="{9AB65DB8-34A0-43C4-B875-9CC0B5E6F942}" type="presParOf" srcId="{F442A9AC-9EE4-45D0-AD68-190611B136FE}" destId="{92973244-F1C4-465B-93FE-FEAF716CF472}" srcOrd="1" destOrd="0" presId="urn:microsoft.com/office/officeart/2018/2/layout/IconLabelList"/>
    <dgm:cxn modelId="{D21639E8-8065-49FD-A5C7-8A3369AB0A0B}" type="presParOf" srcId="{F442A9AC-9EE4-45D0-AD68-190611B136FE}" destId="{9573E08C-4111-4609-9A21-C04C0581136F}" srcOrd="2" destOrd="0" presId="urn:microsoft.com/office/officeart/2018/2/layout/IconLabelList"/>
    <dgm:cxn modelId="{1F07EA16-2DC2-4018-9F7D-AF8D94B04878}" type="presParOf" srcId="{79E9E26D-93E3-4DE0-8BEC-4878D5D0373F}" destId="{D8200711-BBAD-4846-9EE0-439EB3A6EF36}" srcOrd="1" destOrd="0" presId="urn:microsoft.com/office/officeart/2018/2/layout/IconLabelList"/>
    <dgm:cxn modelId="{B0CB0320-217D-4FEB-AEA7-C55DE830BCCC}" type="presParOf" srcId="{79E9E26D-93E3-4DE0-8BEC-4878D5D0373F}" destId="{549BD5F2-C0E6-4504-8B64-A9D5413EF939}" srcOrd="2" destOrd="0" presId="urn:microsoft.com/office/officeart/2018/2/layout/IconLabelList"/>
    <dgm:cxn modelId="{E2F95ED4-EB85-4CAD-A8D4-189D700C3029}" type="presParOf" srcId="{549BD5F2-C0E6-4504-8B64-A9D5413EF939}" destId="{B34D740D-5471-493D-B46C-32AD09840377}" srcOrd="0" destOrd="0" presId="urn:microsoft.com/office/officeart/2018/2/layout/IconLabelList"/>
    <dgm:cxn modelId="{D8044793-3DFA-4C7C-B8A0-E5FE31E3404E}" type="presParOf" srcId="{549BD5F2-C0E6-4504-8B64-A9D5413EF939}" destId="{2C2AC1ED-46B2-4081-8B34-9F46836539A1}" srcOrd="1" destOrd="0" presId="urn:microsoft.com/office/officeart/2018/2/layout/IconLabelList"/>
    <dgm:cxn modelId="{FADDC512-213D-4050-807D-DF7FF609CAAD}" type="presParOf" srcId="{549BD5F2-C0E6-4504-8B64-A9D5413EF939}" destId="{A486FAF9-9741-4027-BDB4-E2ED5EAE025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623C384-60AD-4714-AE93-88C51CDAA8D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2A0907F-6174-415B-8903-F2E2C2BDE0DA}">
      <dgm:prSet/>
      <dgm:spPr/>
      <dgm:t>
        <a:bodyPr/>
        <a:lstStyle/>
        <a:p>
          <a:r>
            <a:rPr lang="en-US" dirty="0"/>
            <a:t>Does it make sense to sacrifice personal possessions for the sake of moral righteousness, or the other way around?</a:t>
          </a:r>
        </a:p>
      </dgm:t>
    </dgm:pt>
    <dgm:pt modelId="{E3070673-9204-4792-B05B-6DAA7D7D32EE}" type="parTrans" cxnId="{2E8EA87D-23F7-4E42-A26F-90A1B7CE95E8}">
      <dgm:prSet/>
      <dgm:spPr/>
      <dgm:t>
        <a:bodyPr/>
        <a:lstStyle/>
        <a:p>
          <a:endParaRPr lang="en-US"/>
        </a:p>
      </dgm:t>
    </dgm:pt>
    <dgm:pt modelId="{05569C91-AE52-4D84-9A44-80DD79036680}" type="sibTrans" cxnId="{2E8EA87D-23F7-4E42-A26F-90A1B7CE95E8}">
      <dgm:prSet/>
      <dgm:spPr/>
      <dgm:t>
        <a:bodyPr/>
        <a:lstStyle/>
        <a:p>
          <a:endParaRPr lang="en-US"/>
        </a:p>
      </dgm:t>
    </dgm:pt>
    <dgm:pt modelId="{48BE2A49-F49E-404C-B4D6-C6B1069635EF}">
      <dgm:prSet/>
      <dgm:spPr/>
      <dgm:t>
        <a:bodyPr/>
        <a:lstStyle/>
        <a:p>
          <a:r>
            <a:rPr lang="en-US" dirty="0"/>
            <a:t>Confucius: “The noble person acts not for personal gain but for what is just. Even when difficult, one must stand firm in their principles to uphold justice.”</a:t>
          </a:r>
        </a:p>
      </dgm:t>
    </dgm:pt>
    <dgm:pt modelId="{BA8BF4EF-1229-4145-860F-F8AC9DB4D134}" type="parTrans" cxnId="{4D978F19-EF9C-411A-AC87-00B976149675}">
      <dgm:prSet/>
      <dgm:spPr/>
      <dgm:t>
        <a:bodyPr/>
        <a:lstStyle/>
        <a:p>
          <a:endParaRPr lang="en-US"/>
        </a:p>
      </dgm:t>
    </dgm:pt>
    <dgm:pt modelId="{80B75735-7E3A-4668-8E98-75B635C2024F}" type="sibTrans" cxnId="{4D978F19-EF9C-411A-AC87-00B976149675}">
      <dgm:prSet/>
      <dgm:spPr/>
      <dgm:t>
        <a:bodyPr/>
        <a:lstStyle/>
        <a:p>
          <a:endParaRPr lang="en-US"/>
        </a:p>
      </dgm:t>
    </dgm:pt>
    <dgm:pt modelId="{CF5B6DF2-83BD-44C0-AEEB-261B24C5B8FC}" type="pres">
      <dgm:prSet presAssocID="{7623C384-60AD-4714-AE93-88C51CDAA8D2}" presName="root" presStyleCnt="0">
        <dgm:presLayoutVars>
          <dgm:dir/>
          <dgm:resizeHandles val="exact"/>
        </dgm:presLayoutVars>
      </dgm:prSet>
      <dgm:spPr/>
    </dgm:pt>
    <dgm:pt modelId="{C7C8EF6A-771D-4134-89C6-941034A1F3A3}" type="pres">
      <dgm:prSet presAssocID="{32A0907F-6174-415B-8903-F2E2C2BDE0DA}" presName="compNode" presStyleCnt="0"/>
      <dgm:spPr/>
    </dgm:pt>
    <dgm:pt modelId="{6FFB91A7-108D-44E8-983C-D3CE828DCEE0}" type="pres">
      <dgm:prSet presAssocID="{32A0907F-6174-415B-8903-F2E2C2BDE0DA}" presName="bgRect" presStyleLbl="bgShp" presStyleIdx="0" presStyleCnt="2"/>
      <dgm:spPr/>
    </dgm:pt>
    <dgm:pt modelId="{1BA15DFE-F243-4607-9432-9E7864FE08A2}" type="pres">
      <dgm:prSet presAssocID="{32A0907F-6174-415B-8903-F2E2C2BDE0D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ve Letter"/>
        </a:ext>
      </dgm:extLst>
    </dgm:pt>
    <dgm:pt modelId="{F59150F2-6FF2-44C9-B3E3-078D7A473FC4}" type="pres">
      <dgm:prSet presAssocID="{32A0907F-6174-415B-8903-F2E2C2BDE0DA}" presName="spaceRect" presStyleCnt="0"/>
      <dgm:spPr/>
    </dgm:pt>
    <dgm:pt modelId="{10996136-32CB-4360-82F7-07F80929A39B}" type="pres">
      <dgm:prSet presAssocID="{32A0907F-6174-415B-8903-F2E2C2BDE0DA}" presName="parTx" presStyleLbl="revTx" presStyleIdx="0" presStyleCnt="2">
        <dgm:presLayoutVars>
          <dgm:chMax val="0"/>
          <dgm:chPref val="0"/>
        </dgm:presLayoutVars>
      </dgm:prSet>
      <dgm:spPr/>
    </dgm:pt>
    <dgm:pt modelId="{CAB106FC-CE06-4DB6-B9C4-B32C4AC9E124}" type="pres">
      <dgm:prSet presAssocID="{05569C91-AE52-4D84-9A44-80DD79036680}" presName="sibTrans" presStyleCnt="0"/>
      <dgm:spPr/>
    </dgm:pt>
    <dgm:pt modelId="{B7BCC0F4-E912-418D-9E70-D69F0A33B7B5}" type="pres">
      <dgm:prSet presAssocID="{48BE2A49-F49E-404C-B4D6-C6B1069635EF}" presName="compNode" presStyleCnt="0"/>
      <dgm:spPr/>
    </dgm:pt>
    <dgm:pt modelId="{E644E6BF-04CE-4CDF-B9A7-6BD745D9D1C5}" type="pres">
      <dgm:prSet presAssocID="{48BE2A49-F49E-404C-B4D6-C6B1069635EF}" presName="bgRect" presStyleLbl="bgShp" presStyleIdx="1" presStyleCnt="2"/>
      <dgm:spPr/>
    </dgm:pt>
    <dgm:pt modelId="{13D1D4CF-B53F-44F8-A0A3-8EFC50A6F79C}" type="pres">
      <dgm:prSet presAssocID="{48BE2A49-F49E-404C-B4D6-C6B1069635E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 with solid fill"/>
        </a:ext>
      </dgm:extLst>
    </dgm:pt>
    <dgm:pt modelId="{97DA31AB-F786-43D8-951B-D9E84C798180}" type="pres">
      <dgm:prSet presAssocID="{48BE2A49-F49E-404C-B4D6-C6B1069635EF}" presName="spaceRect" presStyleCnt="0"/>
      <dgm:spPr/>
    </dgm:pt>
    <dgm:pt modelId="{C06A015D-1A42-441F-9E05-A12A2A223381}" type="pres">
      <dgm:prSet presAssocID="{48BE2A49-F49E-404C-B4D6-C6B1069635EF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4D978F19-EF9C-411A-AC87-00B976149675}" srcId="{7623C384-60AD-4714-AE93-88C51CDAA8D2}" destId="{48BE2A49-F49E-404C-B4D6-C6B1069635EF}" srcOrd="1" destOrd="0" parTransId="{BA8BF4EF-1229-4145-860F-F8AC9DB4D134}" sibTransId="{80B75735-7E3A-4668-8E98-75B635C2024F}"/>
    <dgm:cxn modelId="{D635D825-C442-4B20-94A9-E20A33E98859}" type="presOf" srcId="{48BE2A49-F49E-404C-B4D6-C6B1069635EF}" destId="{C06A015D-1A42-441F-9E05-A12A2A223381}" srcOrd="0" destOrd="0" presId="urn:microsoft.com/office/officeart/2018/2/layout/IconVerticalSolidList"/>
    <dgm:cxn modelId="{2E8EA87D-23F7-4E42-A26F-90A1B7CE95E8}" srcId="{7623C384-60AD-4714-AE93-88C51CDAA8D2}" destId="{32A0907F-6174-415B-8903-F2E2C2BDE0DA}" srcOrd="0" destOrd="0" parTransId="{E3070673-9204-4792-B05B-6DAA7D7D32EE}" sibTransId="{05569C91-AE52-4D84-9A44-80DD79036680}"/>
    <dgm:cxn modelId="{E067B69B-1C5E-45D0-A898-BF4D10A7A4CD}" type="presOf" srcId="{32A0907F-6174-415B-8903-F2E2C2BDE0DA}" destId="{10996136-32CB-4360-82F7-07F80929A39B}" srcOrd="0" destOrd="0" presId="urn:microsoft.com/office/officeart/2018/2/layout/IconVerticalSolidList"/>
    <dgm:cxn modelId="{0A5AC9C6-D3F7-480F-B6E6-B240BA8506B3}" type="presOf" srcId="{7623C384-60AD-4714-AE93-88C51CDAA8D2}" destId="{CF5B6DF2-83BD-44C0-AEEB-261B24C5B8FC}" srcOrd="0" destOrd="0" presId="urn:microsoft.com/office/officeart/2018/2/layout/IconVerticalSolidList"/>
    <dgm:cxn modelId="{53ACF9B5-A8C6-4938-BB51-E8EDBCAA9D1B}" type="presParOf" srcId="{CF5B6DF2-83BD-44C0-AEEB-261B24C5B8FC}" destId="{C7C8EF6A-771D-4134-89C6-941034A1F3A3}" srcOrd="0" destOrd="0" presId="urn:microsoft.com/office/officeart/2018/2/layout/IconVerticalSolidList"/>
    <dgm:cxn modelId="{C1BAEA84-5D75-4339-8D2B-71BE02ECA245}" type="presParOf" srcId="{C7C8EF6A-771D-4134-89C6-941034A1F3A3}" destId="{6FFB91A7-108D-44E8-983C-D3CE828DCEE0}" srcOrd="0" destOrd="0" presId="urn:microsoft.com/office/officeart/2018/2/layout/IconVerticalSolidList"/>
    <dgm:cxn modelId="{77461E71-BA56-417A-97E4-014332E1E921}" type="presParOf" srcId="{C7C8EF6A-771D-4134-89C6-941034A1F3A3}" destId="{1BA15DFE-F243-4607-9432-9E7864FE08A2}" srcOrd="1" destOrd="0" presId="urn:microsoft.com/office/officeart/2018/2/layout/IconVerticalSolidList"/>
    <dgm:cxn modelId="{39EF00B1-E20F-4F34-BB9E-2CDE6A188CFE}" type="presParOf" srcId="{C7C8EF6A-771D-4134-89C6-941034A1F3A3}" destId="{F59150F2-6FF2-44C9-B3E3-078D7A473FC4}" srcOrd="2" destOrd="0" presId="urn:microsoft.com/office/officeart/2018/2/layout/IconVerticalSolidList"/>
    <dgm:cxn modelId="{AD29B5DE-D9BA-4BF8-96F9-5000DD9CFF37}" type="presParOf" srcId="{C7C8EF6A-771D-4134-89C6-941034A1F3A3}" destId="{10996136-32CB-4360-82F7-07F80929A39B}" srcOrd="3" destOrd="0" presId="urn:microsoft.com/office/officeart/2018/2/layout/IconVerticalSolidList"/>
    <dgm:cxn modelId="{C8191755-FA0A-46E0-BAD4-BABEF6DA5613}" type="presParOf" srcId="{CF5B6DF2-83BD-44C0-AEEB-261B24C5B8FC}" destId="{CAB106FC-CE06-4DB6-B9C4-B32C4AC9E124}" srcOrd="1" destOrd="0" presId="urn:microsoft.com/office/officeart/2018/2/layout/IconVerticalSolidList"/>
    <dgm:cxn modelId="{46F83A4C-F586-4A97-BB71-198B34ADC5D4}" type="presParOf" srcId="{CF5B6DF2-83BD-44C0-AEEB-261B24C5B8FC}" destId="{B7BCC0F4-E912-418D-9E70-D69F0A33B7B5}" srcOrd="2" destOrd="0" presId="urn:microsoft.com/office/officeart/2018/2/layout/IconVerticalSolidList"/>
    <dgm:cxn modelId="{73AB1375-EC5B-410B-8209-41BB7E0AF570}" type="presParOf" srcId="{B7BCC0F4-E912-418D-9E70-D69F0A33B7B5}" destId="{E644E6BF-04CE-4CDF-B9A7-6BD745D9D1C5}" srcOrd="0" destOrd="0" presId="urn:microsoft.com/office/officeart/2018/2/layout/IconVerticalSolidList"/>
    <dgm:cxn modelId="{E737030B-3A13-4F17-8988-DD448CEAD5D2}" type="presParOf" srcId="{B7BCC0F4-E912-418D-9E70-D69F0A33B7B5}" destId="{13D1D4CF-B53F-44F8-A0A3-8EFC50A6F79C}" srcOrd="1" destOrd="0" presId="urn:microsoft.com/office/officeart/2018/2/layout/IconVerticalSolidList"/>
    <dgm:cxn modelId="{5EB490F2-5765-4108-BA74-FFC1BA861715}" type="presParOf" srcId="{B7BCC0F4-E912-418D-9E70-D69F0A33B7B5}" destId="{97DA31AB-F786-43D8-951B-D9E84C798180}" srcOrd="2" destOrd="0" presId="urn:microsoft.com/office/officeart/2018/2/layout/IconVerticalSolidList"/>
    <dgm:cxn modelId="{81064E27-A732-4073-AC33-E16120B9B401}" type="presParOf" srcId="{B7BCC0F4-E912-418D-9E70-D69F0A33B7B5}" destId="{C06A015D-1A42-441F-9E05-A12A2A22338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92E19E-F391-427D-B14C-5757939E24C3}">
      <dsp:nvSpPr>
        <dsp:cNvPr id="0" name=""/>
        <dsp:cNvSpPr/>
      </dsp:nvSpPr>
      <dsp:spPr>
        <a:xfrm>
          <a:off x="0" y="2825"/>
          <a:ext cx="69494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D08F54-AB11-4D63-88E1-F8D6BC6A566D}">
      <dsp:nvSpPr>
        <dsp:cNvPr id="0" name=""/>
        <dsp:cNvSpPr/>
      </dsp:nvSpPr>
      <dsp:spPr>
        <a:xfrm>
          <a:off x="0" y="2825"/>
          <a:ext cx="6949440" cy="1926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Born 551 BCE in China</a:t>
          </a:r>
        </a:p>
      </dsp:txBody>
      <dsp:txXfrm>
        <a:off x="0" y="2825"/>
        <a:ext cx="6949440" cy="1926995"/>
      </dsp:txXfrm>
    </dsp:sp>
    <dsp:sp modelId="{68BA73B8-365E-40E0-AD10-5DE514346222}">
      <dsp:nvSpPr>
        <dsp:cNvPr id="0" name=""/>
        <dsp:cNvSpPr/>
      </dsp:nvSpPr>
      <dsp:spPr>
        <a:xfrm>
          <a:off x="0" y="1929821"/>
          <a:ext cx="6949440" cy="0"/>
        </a:xfrm>
        <a:prstGeom prst="line">
          <a:avLst/>
        </a:prstGeom>
        <a:solidFill>
          <a:schemeClr val="accent2">
            <a:hueOff val="767978"/>
            <a:satOff val="101"/>
            <a:lumOff val="3628"/>
            <a:alphaOff val="0"/>
          </a:schemeClr>
        </a:solidFill>
        <a:ln w="12700" cap="flat" cmpd="sng" algn="ctr">
          <a:solidFill>
            <a:schemeClr val="accent2">
              <a:hueOff val="767978"/>
              <a:satOff val="101"/>
              <a:lumOff val="3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AE7BC0-DCD8-49BF-AA72-F1A07E5AD818}">
      <dsp:nvSpPr>
        <dsp:cNvPr id="0" name=""/>
        <dsp:cNvSpPr/>
      </dsp:nvSpPr>
      <dsp:spPr>
        <a:xfrm>
          <a:off x="0" y="1929821"/>
          <a:ext cx="6949440" cy="1926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Philosopher, Teacher, Political Thinker</a:t>
          </a:r>
        </a:p>
      </dsp:txBody>
      <dsp:txXfrm>
        <a:off x="0" y="1929821"/>
        <a:ext cx="6949440" cy="1926995"/>
      </dsp:txXfrm>
    </dsp:sp>
    <dsp:sp modelId="{F7C0A367-8F02-4AEB-B664-F4F3F3FEA50C}">
      <dsp:nvSpPr>
        <dsp:cNvPr id="0" name=""/>
        <dsp:cNvSpPr/>
      </dsp:nvSpPr>
      <dsp:spPr>
        <a:xfrm>
          <a:off x="0" y="3856816"/>
          <a:ext cx="6949440" cy="0"/>
        </a:xfrm>
        <a:prstGeom prst="line">
          <a:avLst/>
        </a:prstGeom>
        <a:solidFill>
          <a:schemeClr val="accent2">
            <a:hueOff val="1535956"/>
            <a:satOff val="201"/>
            <a:lumOff val="7256"/>
            <a:alphaOff val="0"/>
          </a:schemeClr>
        </a:solidFill>
        <a:ln w="12700" cap="flat" cmpd="sng" algn="ctr">
          <a:solidFill>
            <a:schemeClr val="accent2">
              <a:hueOff val="1535956"/>
              <a:satOff val="201"/>
              <a:lumOff val="72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150E52-3089-4DE7-85BC-5725151C3E22}">
      <dsp:nvSpPr>
        <dsp:cNvPr id="0" name=""/>
        <dsp:cNvSpPr/>
      </dsp:nvSpPr>
      <dsp:spPr>
        <a:xfrm>
          <a:off x="0" y="3856816"/>
          <a:ext cx="6949440" cy="1926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Founder of Confucianism</a:t>
          </a:r>
        </a:p>
      </dsp:txBody>
      <dsp:txXfrm>
        <a:off x="0" y="3856816"/>
        <a:ext cx="6949440" cy="19269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9F2F46-3ECA-416F-82B8-43FDA756A6DB}">
      <dsp:nvSpPr>
        <dsp:cNvPr id="0" name=""/>
        <dsp:cNvSpPr/>
      </dsp:nvSpPr>
      <dsp:spPr>
        <a:xfrm>
          <a:off x="0" y="2401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3BC69D-9006-46BD-A27F-BCCF30780A9D}">
      <dsp:nvSpPr>
        <dsp:cNvPr id="0" name=""/>
        <dsp:cNvSpPr/>
      </dsp:nvSpPr>
      <dsp:spPr>
        <a:xfrm>
          <a:off x="368211" y="276278"/>
          <a:ext cx="669475" cy="6694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C3F42C-B670-4609-86D0-34FFF3073126}">
      <dsp:nvSpPr>
        <dsp:cNvPr id="0" name=""/>
        <dsp:cNvSpPr/>
      </dsp:nvSpPr>
      <dsp:spPr>
        <a:xfrm>
          <a:off x="1405898" y="2401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Ren (</a:t>
          </a:r>
          <a:r>
            <a:rPr lang="zh-CN" sz="2200" kern="1200" dirty="0"/>
            <a:t>仁</a:t>
          </a:r>
          <a:r>
            <a:rPr lang="en-US" sz="2200" kern="1200" dirty="0"/>
            <a:t>): Benevolence and humanity.</a:t>
          </a:r>
        </a:p>
      </dsp:txBody>
      <dsp:txXfrm>
        <a:off x="1405898" y="2401"/>
        <a:ext cx="5543541" cy="1217228"/>
      </dsp:txXfrm>
    </dsp:sp>
    <dsp:sp modelId="{60A378EB-C563-45C1-9B46-D4EF56B58421}">
      <dsp:nvSpPr>
        <dsp:cNvPr id="0" name=""/>
        <dsp:cNvSpPr/>
      </dsp:nvSpPr>
      <dsp:spPr>
        <a:xfrm>
          <a:off x="0" y="152393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60C629-B654-4850-89DA-B1A6C1BF9740}">
      <dsp:nvSpPr>
        <dsp:cNvPr id="0" name=""/>
        <dsp:cNvSpPr/>
      </dsp:nvSpPr>
      <dsp:spPr>
        <a:xfrm>
          <a:off x="368211" y="1797813"/>
          <a:ext cx="669475" cy="6694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6DB80A-9E5A-45BC-AA40-E7F616B9807A}">
      <dsp:nvSpPr>
        <dsp:cNvPr id="0" name=""/>
        <dsp:cNvSpPr/>
      </dsp:nvSpPr>
      <dsp:spPr>
        <a:xfrm>
          <a:off x="1405898" y="152393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Li (</a:t>
          </a:r>
          <a:r>
            <a:rPr lang="zh-CN" sz="2200" kern="1200" dirty="0"/>
            <a:t>禮</a:t>
          </a:r>
          <a:r>
            <a:rPr lang="en-US" sz="2200" kern="1200" dirty="0"/>
            <a:t>): Rituals, propriety, and social harmony.</a:t>
          </a:r>
        </a:p>
      </dsp:txBody>
      <dsp:txXfrm>
        <a:off x="1405898" y="1523937"/>
        <a:ext cx="5543541" cy="1217228"/>
      </dsp:txXfrm>
    </dsp:sp>
    <dsp:sp modelId="{EDDC36CC-015B-4FC6-BBA9-E3B2D9DF9F7E}">
      <dsp:nvSpPr>
        <dsp:cNvPr id="0" name=""/>
        <dsp:cNvSpPr/>
      </dsp:nvSpPr>
      <dsp:spPr>
        <a:xfrm>
          <a:off x="0" y="3045472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F5A10F-B82F-4992-9803-8F7F9FFA8D1B}">
      <dsp:nvSpPr>
        <dsp:cNvPr id="0" name=""/>
        <dsp:cNvSpPr/>
      </dsp:nvSpPr>
      <dsp:spPr>
        <a:xfrm>
          <a:off x="368211" y="3319348"/>
          <a:ext cx="669475" cy="6694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80CB15-6588-4876-9D10-2F12705F85A5}">
      <dsp:nvSpPr>
        <dsp:cNvPr id="0" name=""/>
        <dsp:cNvSpPr/>
      </dsp:nvSpPr>
      <dsp:spPr>
        <a:xfrm>
          <a:off x="1405898" y="3045472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Xiao (</a:t>
          </a:r>
          <a:r>
            <a:rPr lang="zh-CN" sz="2200" kern="1200" dirty="0"/>
            <a:t>孝</a:t>
          </a:r>
          <a:r>
            <a:rPr lang="en-US" sz="2200" kern="1200" dirty="0"/>
            <a:t>): Filial piety and respect for parents/elders.</a:t>
          </a:r>
        </a:p>
      </dsp:txBody>
      <dsp:txXfrm>
        <a:off x="1405898" y="3045472"/>
        <a:ext cx="5543541" cy="1217228"/>
      </dsp:txXfrm>
    </dsp:sp>
    <dsp:sp modelId="{3FB9E30A-BBBE-47DC-9999-41847C0F974B}">
      <dsp:nvSpPr>
        <dsp:cNvPr id="0" name=""/>
        <dsp:cNvSpPr/>
      </dsp:nvSpPr>
      <dsp:spPr>
        <a:xfrm>
          <a:off x="0" y="456700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76221A-9E67-45FA-BBA0-DD77C8D7C8E2}">
      <dsp:nvSpPr>
        <dsp:cNvPr id="0" name=""/>
        <dsp:cNvSpPr/>
      </dsp:nvSpPr>
      <dsp:spPr>
        <a:xfrm>
          <a:off x="368211" y="4840884"/>
          <a:ext cx="669475" cy="6694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936C73-13A4-45FF-B540-FB28D4F62439}">
      <dsp:nvSpPr>
        <dsp:cNvPr id="0" name=""/>
        <dsp:cNvSpPr/>
      </dsp:nvSpPr>
      <dsp:spPr>
        <a:xfrm>
          <a:off x="1405898" y="456700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Yi (</a:t>
          </a:r>
          <a:r>
            <a:rPr lang="zh-CN" sz="2200" kern="1200" dirty="0"/>
            <a:t>義</a:t>
          </a:r>
          <a:r>
            <a:rPr lang="en-US" sz="2200" kern="1200" dirty="0"/>
            <a:t>): Righteousness and moral integrity.</a:t>
          </a:r>
        </a:p>
      </dsp:txBody>
      <dsp:txXfrm>
        <a:off x="1405898" y="4567007"/>
        <a:ext cx="5543541" cy="12172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732C9B-0052-4A3C-9C75-149BB26436DF}">
      <dsp:nvSpPr>
        <dsp:cNvPr id="0" name=""/>
        <dsp:cNvSpPr/>
      </dsp:nvSpPr>
      <dsp:spPr>
        <a:xfrm>
          <a:off x="0" y="940328"/>
          <a:ext cx="6949440" cy="17359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E5B93B-D315-4DD4-BB84-F591EDC62BAC}">
      <dsp:nvSpPr>
        <dsp:cNvPr id="0" name=""/>
        <dsp:cNvSpPr/>
      </dsp:nvSpPr>
      <dsp:spPr>
        <a:xfrm>
          <a:off x="525137" y="1330926"/>
          <a:ext cx="954795" cy="9547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64705A-339E-4E77-90D2-E0CB0F2F1D3F}">
      <dsp:nvSpPr>
        <dsp:cNvPr id="0" name=""/>
        <dsp:cNvSpPr/>
      </dsp:nvSpPr>
      <dsp:spPr>
        <a:xfrm>
          <a:off x="2005070" y="940328"/>
          <a:ext cx="4944369" cy="1735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726" tIns="183726" rIns="183726" bIns="183726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If you were treated unfairly, would you confront the opposing party with benevolence and humanity? </a:t>
          </a:r>
        </a:p>
      </dsp:txBody>
      <dsp:txXfrm>
        <a:off x="2005070" y="940328"/>
        <a:ext cx="4944369" cy="1735991"/>
      </dsp:txXfrm>
    </dsp:sp>
    <dsp:sp modelId="{85E7142B-0E6B-48ED-B4AB-392F6DADE903}">
      <dsp:nvSpPr>
        <dsp:cNvPr id="0" name=""/>
        <dsp:cNvSpPr/>
      </dsp:nvSpPr>
      <dsp:spPr>
        <a:xfrm>
          <a:off x="0" y="3110317"/>
          <a:ext cx="6949440" cy="17359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E2A0AD-F01E-4263-AF49-28F094D174E4}">
      <dsp:nvSpPr>
        <dsp:cNvPr id="0" name=""/>
        <dsp:cNvSpPr/>
      </dsp:nvSpPr>
      <dsp:spPr>
        <a:xfrm>
          <a:off x="525137" y="3500915"/>
          <a:ext cx="954795" cy="95479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2E9055-4735-41B0-8556-F26640512625}">
      <dsp:nvSpPr>
        <dsp:cNvPr id="0" name=""/>
        <dsp:cNvSpPr/>
      </dsp:nvSpPr>
      <dsp:spPr>
        <a:xfrm>
          <a:off x="2005070" y="3110317"/>
          <a:ext cx="4944369" cy="1735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726" tIns="183726" rIns="183726" bIns="183726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Confucius would stress that you must treat others with kindness, hence “Do not impose on others what you yourself do not desire.”</a:t>
          </a:r>
        </a:p>
      </dsp:txBody>
      <dsp:txXfrm>
        <a:off x="2005070" y="3110317"/>
        <a:ext cx="4944369" cy="173599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8F8478-1F94-4349-AA72-D352C23568ED}">
      <dsp:nvSpPr>
        <dsp:cNvPr id="0" name=""/>
        <dsp:cNvSpPr/>
      </dsp:nvSpPr>
      <dsp:spPr>
        <a:xfrm>
          <a:off x="1261" y="393494"/>
          <a:ext cx="4428354" cy="28120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5FF996-A590-4646-AF27-43D788D5E3BF}">
      <dsp:nvSpPr>
        <dsp:cNvPr id="0" name=""/>
        <dsp:cNvSpPr/>
      </dsp:nvSpPr>
      <dsp:spPr>
        <a:xfrm>
          <a:off x="493301" y="860931"/>
          <a:ext cx="4428354" cy="28120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Have rituals and societal practices lost their meaning?</a:t>
          </a:r>
        </a:p>
      </dsp:txBody>
      <dsp:txXfrm>
        <a:off x="575662" y="943292"/>
        <a:ext cx="4263632" cy="2647282"/>
      </dsp:txXfrm>
    </dsp:sp>
    <dsp:sp modelId="{29BF3653-B9D1-48C9-8B10-EFC3C2BFF5DC}">
      <dsp:nvSpPr>
        <dsp:cNvPr id="0" name=""/>
        <dsp:cNvSpPr/>
      </dsp:nvSpPr>
      <dsp:spPr>
        <a:xfrm>
          <a:off x="5413694" y="393494"/>
          <a:ext cx="4428354" cy="28120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D17DC3-E2D4-4135-8BE0-32C3766B4017}">
      <dsp:nvSpPr>
        <dsp:cNvPr id="0" name=""/>
        <dsp:cNvSpPr/>
      </dsp:nvSpPr>
      <dsp:spPr>
        <a:xfrm>
          <a:off x="5905734" y="860931"/>
          <a:ext cx="4428354" cy="28120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Confucius: Rituals have not, they are essential to create order and social harmony.</a:t>
          </a:r>
        </a:p>
      </dsp:txBody>
      <dsp:txXfrm>
        <a:off x="5988095" y="943292"/>
        <a:ext cx="4263632" cy="264728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851B45-A350-46F4-B6B1-1B8577C445D1}">
      <dsp:nvSpPr>
        <dsp:cNvPr id="0" name=""/>
        <dsp:cNvSpPr/>
      </dsp:nvSpPr>
      <dsp:spPr>
        <a:xfrm>
          <a:off x="6848835" y="0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73E08C-4111-4609-9A21-C04C0581136F}">
      <dsp:nvSpPr>
        <dsp:cNvPr id="0" name=""/>
        <dsp:cNvSpPr/>
      </dsp:nvSpPr>
      <dsp:spPr>
        <a:xfrm>
          <a:off x="469675" y="2880385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Do you wish to respect your parents and elders?</a:t>
          </a:r>
        </a:p>
      </dsp:txBody>
      <dsp:txXfrm>
        <a:off x="469675" y="2880385"/>
        <a:ext cx="4320000" cy="720000"/>
      </dsp:txXfrm>
    </dsp:sp>
    <dsp:sp modelId="{B34D740D-5471-493D-B46C-32AD09840377}">
      <dsp:nvSpPr>
        <dsp:cNvPr id="0" name=""/>
        <dsp:cNvSpPr/>
      </dsp:nvSpPr>
      <dsp:spPr>
        <a:xfrm>
          <a:off x="1623793" y="466045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86FAF9-9741-4027-BDB4-E2ED5EAE0250}">
      <dsp:nvSpPr>
        <dsp:cNvPr id="0" name=""/>
        <dsp:cNvSpPr/>
      </dsp:nvSpPr>
      <dsp:spPr>
        <a:xfrm>
          <a:off x="5597860" y="18716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Confucius: Filial piety is the cornerstone of moral development. </a:t>
          </a:r>
        </a:p>
      </dsp:txBody>
      <dsp:txXfrm>
        <a:off x="5597860" y="1871643"/>
        <a:ext cx="432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FB91A7-108D-44E8-983C-D3CE828DCEE0}">
      <dsp:nvSpPr>
        <dsp:cNvPr id="0" name=""/>
        <dsp:cNvSpPr/>
      </dsp:nvSpPr>
      <dsp:spPr>
        <a:xfrm>
          <a:off x="0" y="940328"/>
          <a:ext cx="6949440" cy="17359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A15DFE-F243-4607-9432-9E7864FE08A2}">
      <dsp:nvSpPr>
        <dsp:cNvPr id="0" name=""/>
        <dsp:cNvSpPr/>
      </dsp:nvSpPr>
      <dsp:spPr>
        <a:xfrm>
          <a:off x="525137" y="1330926"/>
          <a:ext cx="954795" cy="9547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996136-32CB-4360-82F7-07F80929A39B}">
      <dsp:nvSpPr>
        <dsp:cNvPr id="0" name=""/>
        <dsp:cNvSpPr/>
      </dsp:nvSpPr>
      <dsp:spPr>
        <a:xfrm>
          <a:off x="2005070" y="940328"/>
          <a:ext cx="4944369" cy="1735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726" tIns="183726" rIns="183726" bIns="18372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Does it make sense to sacrifice personal possessions for the sake of moral righteousness, or the other way around?</a:t>
          </a:r>
        </a:p>
      </dsp:txBody>
      <dsp:txXfrm>
        <a:off x="2005070" y="940328"/>
        <a:ext cx="4944369" cy="1735991"/>
      </dsp:txXfrm>
    </dsp:sp>
    <dsp:sp modelId="{E644E6BF-04CE-4CDF-B9A7-6BD745D9D1C5}">
      <dsp:nvSpPr>
        <dsp:cNvPr id="0" name=""/>
        <dsp:cNvSpPr/>
      </dsp:nvSpPr>
      <dsp:spPr>
        <a:xfrm>
          <a:off x="0" y="3110317"/>
          <a:ext cx="6949440" cy="17359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D1D4CF-B53F-44F8-A0A3-8EFC50A6F79C}">
      <dsp:nvSpPr>
        <dsp:cNvPr id="0" name=""/>
        <dsp:cNvSpPr/>
      </dsp:nvSpPr>
      <dsp:spPr>
        <a:xfrm>
          <a:off x="525137" y="3500915"/>
          <a:ext cx="954795" cy="95479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6A015D-1A42-441F-9E05-A12A2A223381}">
      <dsp:nvSpPr>
        <dsp:cNvPr id="0" name=""/>
        <dsp:cNvSpPr/>
      </dsp:nvSpPr>
      <dsp:spPr>
        <a:xfrm>
          <a:off x="2005070" y="3110317"/>
          <a:ext cx="4944369" cy="1735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726" tIns="183726" rIns="183726" bIns="18372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Confucius: “The noble person acts not for personal gain but for what is just. Even when difficult, one must stand firm in their principles to uphold justice.”</a:t>
          </a:r>
        </a:p>
      </dsp:txBody>
      <dsp:txXfrm>
        <a:off x="2005070" y="3110317"/>
        <a:ext cx="4944369" cy="17359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1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349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801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67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330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394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373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944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907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491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89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779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D572980-FB84-8C29-1FAC-FAC5ECE29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mall statue in a praying pose with flowers surrounding it">
            <a:extLst>
              <a:ext uri="{FF2B5EF4-FFF2-40B4-BE49-F238E27FC236}">
                <a16:creationId xmlns:a16="http://schemas.microsoft.com/office/drawing/2014/main" id="{5F463C83-3809-3136-EE83-6C842B8F1F7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5730"/>
          <a:stretch/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43ABD3-AA93-A1B1-C7F3-B7C5BBBB52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Confucius (</a:t>
            </a:r>
            <a:r>
              <a:rPr lang="zh-CN" altLang="en-US" sz="5400" dirty="0">
                <a:solidFill>
                  <a:srgbClr val="FFFFFF"/>
                </a:solidFill>
              </a:rPr>
              <a:t>孔夫子</a:t>
            </a:r>
            <a:r>
              <a:rPr lang="en-US" altLang="zh-CN" sz="5400" dirty="0">
                <a:solidFill>
                  <a:srgbClr val="FFFFFF"/>
                </a:solidFill>
              </a:rPr>
              <a:t>)</a:t>
            </a:r>
            <a:endParaRPr lang="en-US" sz="54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8E09AD-F800-DEDC-F964-5A4168197A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rgbClr val="FFFFFF"/>
                </a:solidFill>
              </a:rPr>
              <a:t>Chinese Philosopher</a:t>
            </a:r>
          </a:p>
        </p:txBody>
      </p:sp>
    </p:spTree>
    <p:extLst>
      <p:ext uri="{BB962C8B-B14F-4D97-AF65-F5344CB8AC3E}">
        <p14:creationId xmlns:p14="http://schemas.microsoft.com/office/powerpoint/2010/main" val="12735808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C41E0E-7043-56C9-998C-ABEF83F3F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Who was Confucius?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1F64834-4385-86FD-DAE8-0BF4DF6B3E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0030631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408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B11BD9-132A-6610-5802-9E8D1D894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Confucian Ideals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DD31E7-FE28-A582-9591-0A635ED35A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3271673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945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AC040F-F02B-77E3-F335-B69EBC0CF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Ren (</a:t>
            </a:r>
            <a:r>
              <a:rPr lang="zh-CN" sz="4000"/>
              <a:t>仁</a:t>
            </a:r>
            <a:r>
              <a:rPr lang="en-US" sz="4000"/>
              <a:t>): Benevolence and humanity</a:t>
            </a:r>
            <a:br>
              <a:rPr lang="en-US" sz="4000"/>
            </a:br>
            <a:endParaRPr lang="en-US" sz="40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C6A24A-4D15-B321-DB2E-B9D700B342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3067255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0625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4F622A-BA11-513F-F6AE-2B8970F09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US" sz="3100"/>
              <a:t>Li (</a:t>
            </a:r>
            <a:r>
              <a:rPr lang="zh-CN" sz="3100"/>
              <a:t>禮</a:t>
            </a:r>
            <a:r>
              <a:rPr lang="en-US" sz="3100"/>
              <a:t>): Rituals, propriety, and social harmony.</a:t>
            </a:r>
            <a:br>
              <a:rPr lang="en-US" sz="3100"/>
            </a:br>
            <a:endParaRPr lang="en-US" sz="31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6DF820-46A7-990C-0BB9-5102F61F3E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8150609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2556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E3C6F5-151A-0083-CB27-6BFBF455E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US" sz="2800"/>
              <a:t>Xiao (</a:t>
            </a:r>
            <a:r>
              <a:rPr lang="zh-CN" sz="2800"/>
              <a:t>孝</a:t>
            </a:r>
            <a:r>
              <a:rPr lang="en-US" sz="2800"/>
              <a:t>): Filial piety and respect for parents/elders.</a:t>
            </a:r>
            <a:br>
              <a:rPr lang="en-US" sz="2800"/>
            </a:br>
            <a:endParaRPr lang="en-US" sz="28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E6CE7C-30A0-649A-390F-F20E15B3D1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1468103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F910F23-A18A-E0FF-8CC7-9A5320FCC3B7}"/>
              </a:ext>
            </a:extLst>
          </p:cNvPr>
          <p:cNvSpPr txBox="1"/>
          <p:nvPr/>
        </p:nvSpPr>
        <p:spPr>
          <a:xfrm>
            <a:off x="6674513" y="4664055"/>
            <a:ext cx="414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“If one cannot honor those closest to them, how can they be trusted to uphold responsibilities to others?"</a:t>
            </a:r>
          </a:p>
        </p:txBody>
      </p:sp>
    </p:spTree>
    <p:extLst>
      <p:ext uri="{BB962C8B-B14F-4D97-AF65-F5344CB8AC3E}">
        <p14:creationId xmlns:p14="http://schemas.microsoft.com/office/powerpoint/2010/main" val="549905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244419-0DA9-3219-4BD1-8F7D6FF04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3400"/>
              <a:t>Yi (</a:t>
            </a:r>
            <a:r>
              <a:rPr lang="zh-CN" sz="3400"/>
              <a:t>義</a:t>
            </a:r>
            <a:r>
              <a:rPr lang="en-US" sz="3400"/>
              <a:t>): Righteousness and moral integrity.</a:t>
            </a:r>
            <a:br>
              <a:rPr lang="en-US" sz="3400"/>
            </a:br>
            <a:endParaRPr lang="en-US" sz="3400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0006A6DA-CA54-1232-8F7C-DD7E89CCE5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9584948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7107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75058-7EEE-AC21-9175-45533D1A2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</a:t>
            </a:r>
            <a:r>
              <a:rPr lang="en-US" dirty="0"/>
              <a:t>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4FA2F-B18F-8C09-E58E-2FB5911BF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212091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AnalogousFromLightSeedRightStep">
      <a:dk1>
        <a:srgbClr val="000000"/>
      </a:dk1>
      <a:lt1>
        <a:srgbClr val="FFFFFF"/>
      </a:lt1>
      <a:dk2>
        <a:srgbClr val="412924"/>
      </a:dk2>
      <a:lt2>
        <a:srgbClr val="E2E8E2"/>
      </a:lt2>
      <a:accent1>
        <a:srgbClr val="D08DCE"/>
      </a:accent1>
      <a:accent2>
        <a:srgbClr val="C573A1"/>
      </a:accent2>
      <a:accent3>
        <a:srgbClr val="D08D96"/>
      </a:accent3>
      <a:accent4>
        <a:srgbClr val="C58A73"/>
      </a:accent4>
      <a:accent5>
        <a:srgbClr val="B6A273"/>
      </a:accent5>
      <a:accent6>
        <a:srgbClr val="A1AA63"/>
      </a:accent6>
      <a:hlink>
        <a:srgbClr val="568F58"/>
      </a:hlink>
      <a:folHlink>
        <a:srgbClr val="7F7F7F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279</Words>
  <Application>Microsoft Office PowerPoint</Application>
  <PresentationFormat>Widescreen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Neue Haas Grotesk Text Pro</vt:lpstr>
      <vt:lpstr>VanillaVTI</vt:lpstr>
      <vt:lpstr>Confucius (孔夫子)</vt:lpstr>
      <vt:lpstr>Who was Confucius?</vt:lpstr>
      <vt:lpstr>Confucian Ideals</vt:lpstr>
      <vt:lpstr>Ren (仁): Benevolence and humanity </vt:lpstr>
      <vt:lpstr>Li (禮): Rituals, propriety, and social harmony. </vt:lpstr>
      <vt:lpstr>Xiao (孝): Filial piety and respect for parents/elders. </vt:lpstr>
      <vt:lpstr>Yi (義): Righteousness and moral integrity. </vt:lpstr>
      <vt:lpstr>Thank You</vt:lpstr>
    </vt:vector>
  </TitlesOfParts>
  <Company>Bellevue School District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Lou, Hennry  (Student)</dc:creator>
  <cp:lastModifiedBy>Lou, Hennry  (Student)</cp:lastModifiedBy>
  <cp:revision>1</cp:revision>
  <dcterms:created xsi:type="dcterms:W3CDTF">2025-01-23T06:05:10Z</dcterms:created>
  <dcterms:modified xsi:type="dcterms:W3CDTF">2025-01-23T06:34:35Z</dcterms:modified>
</cp:coreProperties>
</file>