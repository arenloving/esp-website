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76" d="100"/>
          <a:sy n="76" d="100"/>
        </p:scale>
        <p:origin x="2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D37E62-C3BC-42B5-B2AF-284706D8AE1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E5879C2-AA41-4871-986F-6706A741376E}">
      <dgm:prSet/>
      <dgm:spPr/>
      <dgm:t>
        <a:bodyPr/>
        <a:lstStyle/>
        <a:p>
          <a:r>
            <a:rPr lang="en-US"/>
            <a:t>Political power is legitimate only if it comes from the people. Citizens collectively authorize laws and leaders.</a:t>
          </a:r>
        </a:p>
      </dgm:t>
    </dgm:pt>
    <dgm:pt modelId="{FA12F2ED-C924-47BE-8592-5526569D1037}" type="parTrans" cxnId="{674923D8-212E-46FF-B4D5-D073202B7476}">
      <dgm:prSet/>
      <dgm:spPr/>
      <dgm:t>
        <a:bodyPr/>
        <a:lstStyle/>
        <a:p>
          <a:endParaRPr lang="en-US"/>
        </a:p>
      </dgm:t>
    </dgm:pt>
    <dgm:pt modelId="{A3D0D5E5-913C-4D8C-9EFE-327F9C5CEEA4}" type="sibTrans" cxnId="{674923D8-212E-46FF-B4D5-D073202B7476}">
      <dgm:prSet/>
      <dgm:spPr/>
      <dgm:t>
        <a:bodyPr/>
        <a:lstStyle/>
        <a:p>
          <a:endParaRPr lang="en-US"/>
        </a:p>
      </dgm:t>
    </dgm:pt>
    <dgm:pt modelId="{3275928B-6E41-4C6F-ADD7-53E1B6203D53}">
      <dgm:prSet/>
      <dgm:spPr/>
      <dgm:t>
        <a:bodyPr/>
        <a:lstStyle/>
        <a:p>
          <a:r>
            <a:rPr lang="en-US"/>
            <a:t>FOR: John Locke</a:t>
          </a:r>
        </a:p>
      </dgm:t>
    </dgm:pt>
    <dgm:pt modelId="{4B7CF3EF-F7AC-4CC6-B673-114ACC240277}" type="parTrans" cxnId="{982FB023-74FD-4DA2-B40D-1308EDE65638}">
      <dgm:prSet/>
      <dgm:spPr/>
      <dgm:t>
        <a:bodyPr/>
        <a:lstStyle/>
        <a:p>
          <a:endParaRPr lang="en-US"/>
        </a:p>
      </dgm:t>
    </dgm:pt>
    <dgm:pt modelId="{A1E08DD1-DB7F-4438-9A70-634A151D76C1}" type="sibTrans" cxnId="{982FB023-74FD-4DA2-B40D-1308EDE65638}">
      <dgm:prSet/>
      <dgm:spPr/>
      <dgm:t>
        <a:bodyPr/>
        <a:lstStyle/>
        <a:p>
          <a:endParaRPr lang="en-US"/>
        </a:p>
      </dgm:t>
    </dgm:pt>
    <dgm:pt modelId="{11481E21-A07C-4B9F-AE74-D8A5F2D52D58}">
      <dgm:prSet/>
      <dgm:spPr/>
      <dgm:t>
        <a:bodyPr/>
        <a:lstStyle/>
        <a:p>
          <a:r>
            <a:rPr lang="en-US"/>
            <a:t>The people may lack sufficient knowledge or long-term perspective. Collective decisions can be impulsive or poorly informed.</a:t>
          </a:r>
        </a:p>
      </dgm:t>
    </dgm:pt>
    <dgm:pt modelId="{B8E81722-8BCD-4702-95BA-9617B15FA6BD}" type="parTrans" cxnId="{0DEBD3A2-57A7-4489-B78B-D79B12C63332}">
      <dgm:prSet/>
      <dgm:spPr/>
      <dgm:t>
        <a:bodyPr/>
        <a:lstStyle/>
        <a:p>
          <a:endParaRPr lang="en-US"/>
        </a:p>
      </dgm:t>
    </dgm:pt>
    <dgm:pt modelId="{DDF33253-E2AD-4065-AE22-8ACCF7632E60}" type="sibTrans" cxnId="{0DEBD3A2-57A7-4489-B78B-D79B12C63332}">
      <dgm:prSet/>
      <dgm:spPr/>
      <dgm:t>
        <a:bodyPr/>
        <a:lstStyle/>
        <a:p>
          <a:endParaRPr lang="en-US"/>
        </a:p>
      </dgm:t>
    </dgm:pt>
    <dgm:pt modelId="{A48EB75A-38BF-4596-9F4B-A25EEB3B3073}">
      <dgm:prSet/>
      <dgm:spPr/>
      <dgm:t>
        <a:bodyPr/>
        <a:lstStyle/>
        <a:p>
          <a:r>
            <a:rPr lang="en-US"/>
            <a:t>AGAINST: Plato</a:t>
          </a:r>
        </a:p>
      </dgm:t>
    </dgm:pt>
    <dgm:pt modelId="{DD62EEC9-B661-415A-96AB-870E5AEE1EDB}" type="parTrans" cxnId="{366A95F6-7C98-42DD-A319-35B39569E688}">
      <dgm:prSet/>
      <dgm:spPr/>
      <dgm:t>
        <a:bodyPr/>
        <a:lstStyle/>
        <a:p>
          <a:endParaRPr lang="en-US"/>
        </a:p>
      </dgm:t>
    </dgm:pt>
    <dgm:pt modelId="{B06F6E53-F97D-4B70-ACFF-261E9592A0C2}" type="sibTrans" cxnId="{366A95F6-7C98-42DD-A319-35B39569E688}">
      <dgm:prSet/>
      <dgm:spPr/>
      <dgm:t>
        <a:bodyPr/>
        <a:lstStyle/>
        <a:p>
          <a:endParaRPr lang="en-US"/>
        </a:p>
      </dgm:t>
    </dgm:pt>
    <dgm:pt modelId="{FB570088-4CCE-4842-A380-C0621AF715C3}" type="pres">
      <dgm:prSet presAssocID="{92D37E62-C3BC-42B5-B2AF-284706D8AE10}" presName="root" presStyleCnt="0">
        <dgm:presLayoutVars>
          <dgm:dir/>
          <dgm:resizeHandles val="exact"/>
        </dgm:presLayoutVars>
      </dgm:prSet>
      <dgm:spPr/>
    </dgm:pt>
    <dgm:pt modelId="{EF0EB95F-8479-42B9-B464-179E19BA5A15}" type="pres">
      <dgm:prSet presAssocID="{0E5879C2-AA41-4871-986F-6706A741376E}" presName="compNode" presStyleCnt="0"/>
      <dgm:spPr/>
    </dgm:pt>
    <dgm:pt modelId="{B63223F3-12CC-4139-A36E-452349B22332}" type="pres">
      <dgm:prSet presAssocID="{0E5879C2-AA41-4871-986F-6706A741376E}" presName="bgRect" presStyleLbl="bgShp" presStyleIdx="0" presStyleCnt="4"/>
      <dgm:spPr/>
    </dgm:pt>
    <dgm:pt modelId="{FEE9E180-BA40-4245-897E-57EFD62819F4}" type="pres">
      <dgm:prSet presAssocID="{0E5879C2-AA41-4871-986F-6706A741376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ecturer"/>
        </a:ext>
      </dgm:extLst>
    </dgm:pt>
    <dgm:pt modelId="{C0C242BA-A66B-4B09-AFF5-32D66CA8723F}" type="pres">
      <dgm:prSet presAssocID="{0E5879C2-AA41-4871-986F-6706A741376E}" presName="spaceRect" presStyleCnt="0"/>
      <dgm:spPr/>
    </dgm:pt>
    <dgm:pt modelId="{028B00F6-BED2-459C-B625-19CE470B2E4E}" type="pres">
      <dgm:prSet presAssocID="{0E5879C2-AA41-4871-986F-6706A741376E}" presName="parTx" presStyleLbl="revTx" presStyleIdx="0" presStyleCnt="4">
        <dgm:presLayoutVars>
          <dgm:chMax val="0"/>
          <dgm:chPref val="0"/>
        </dgm:presLayoutVars>
      </dgm:prSet>
      <dgm:spPr/>
    </dgm:pt>
    <dgm:pt modelId="{4EDD0634-9EFE-45F1-AA74-A2329B4483A5}" type="pres">
      <dgm:prSet presAssocID="{A3D0D5E5-913C-4D8C-9EFE-327F9C5CEEA4}" presName="sibTrans" presStyleCnt="0"/>
      <dgm:spPr/>
    </dgm:pt>
    <dgm:pt modelId="{B6A33CCF-CC25-4FCC-AA66-8C1B445761D9}" type="pres">
      <dgm:prSet presAssocID="{3275928B-6E41-4C6F-ADD7-53E1B6203D53}" presName="compNode" presStyleCnt="0"/>
      <dgm:spPr/>
    </dgm:pt>
    <dgm:pt modelId="{B72A328D-ECB8-45BC-B3CD-F70EC0E29213}" type="pres">
      <dgm:prSet presAssocID="{3275928B-6E41-4C6F-ADD7-53E1B6203D53}" presName="bgRect" presStyleLbl="bgShp" presStyleIdx="1" presStyleCnt="4"/>
      <dgm:spPr/>
    </dgm:pt>
    <dgm:pt modelId="{AAED6F57-CE50-4797-A7C3-31CDFF51952C}" type="pres">
      <dgm:prSet presAssocID="{3275928B-6E41-4C6F-ADD7-53E1B6203D5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2D7C4641-227D-465C-9F65-2DDFD3CCFF13}" type="pres">
      <dgm:prSet presAssocID="{3275928B-6E41-4C6F-ADD7-53E1B6203D53}" presName="spaceRect" presStyleCnt="0"/>
      <dgm:spPr/>
    </dgm:pt>
    <dgm:pt modelId="{98B393B4-9F4C-4FF7-A74A-B1F7EA9C87DC}" type="pres">
      <dgm:prSet presAssocID="{3275928B-6E41-4C6F-ADD7-53E1B6203D53}" presName="parTx" presStyleLbl="revTx" presStyleIdx="1" presStyleCnt="4">
        <dgm:presLayoutVars>
          <dgm:chMax val="0"/>
          <dgm:chPref val="0"/>
        </dgm:presLayoutVars>
      </dgm:prSet>
      <dgm:spPr/>
    </dgm:pt>
    <dgm:pt modelId="{B6A2A8BF-D73F-44EA-B964-64ABF704ED68}" type="pres">
      <dgm:prSet presAssocID="{A1E08DD1-DB7F-4438-9A70-634A151D76C1}" presName="sibTrans" presStyleCnt="0"/>
      <dgm:spPr/>
    </dgm:pt>
    <dgm:pt modelId="{52E31384-27E3-4527-87E3-2466060AF7D1}" type="pres">
      <dgm:prSet presAssocID="{11481E21-A07C-4B9F-AE74-D8A5F2D52D58}" presName="compNode" presStyleCnt="0"/>
      <dgm:spPr/>
    </dgm:pt>
    <dgm:pt modelId="{C71521A8-69F3-463A-AB23-E6031120CC51}" type="pres">
      <dgm:prSet presAssocID="{11481E21-A07C-4B9F-AE74-D8A5F2D52D58}" presName="bgRect" presStyleLbl="bgShp" presStyleIdx="2" presStyleCnt="4"/>
      <dgm:spPr/>
    </dgm:pt>
    <dgm:pt modelId="{53C82D0F-71D8-4B0A-B3FA-726312E2F58C}" type="pres">
      <dgm:prSet presAssocID="{11481E21-A07C-4B9F-AE74-D8A5F2D52D5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2329B92-A0FC-4306-8126-770DD294A126}" type="pres">
      <dgm:prSet presAssocID="{11481E21-A07C-4B9F-AE74-D8A5F2D52D58}" presName="spaceRect" presStyleCnt="0"/>
      <dgm:spPr/>
    </dgm:pt>
    <dgm:pt modelId="{6F842A7E-52F6-43EA-AF83-1F5B1424504F}" type="pres">
      <dgm:prSet presAssocID="{11481E21-A07C-4B9F-AE74-D8A5F2D52D58}" presName="parTx" presStyleLbl="revTx" presStyleIdx="2" presStyleCnt="4">
        <dgm:presLayoutVars>
          <dgm:chMax val="0"/>
          <dgm:chPref val="0"/>
        </dgm:presLayoutVars>
      </dgm:prSet>
      <dgm:spPr/>
    </dgm:pt>
    <dgm:pt modelId="{743B25E5-6C78-4572-B050-03DEE5A5D1E6}" type="pres">
      <dgm:prSet presAssocID="{DDF33253-E2AD-4065-AE22-8ACCF7632E60}" presName="sibTrans" presStyleCnt="0"/>
      <dgm:spPr/>
    </dgm:pt>
    <dgm:pt modelId="{2BFB5CE3-A897-433F-8608-62D0346D8101}" type="pres">
      <dgm:prSet presAssocID="{A48EB75A-38BF-4596-9F4B-A25EEB3B3073}" presName="compNode" presStyleCnt="0"/>
      <dgm:spPr/>
    </dgm:pt>
    <dgm:pt modelId="{00707A8D-0B38-4309-9984-7B765E0A71BB}" type="pres">
      <dgm:prSet presAssocID="{A48EB75A-38BF-4596-9F4B-A25EEB3B3073}" presName="bgRect" presStyleLbl="bgShp" presStyleIdx="3" presStyleCnt="4"/>
      <dgm:spPr/>
    </dgm:pt>
    <dgm:pt modelId="{CF32CC12-19AA-45D0-A531-6FACFC8939E0}" type="pres">
      <dgm:prSet presAssocID="{A48EB75A-38BF-4596-9F4B-A25EEB3B307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lescope"/>
        </a:ext>
      </dgm:extLst>
    </dgm:pt>
    <dgm:pt modelId="{73164024-FFF8-431D-B2ED-1757202E6077}" type="pres">
      <dgm:prSet presAssocID="{A48EB75A-38BF-4596-9F4B-A25EEB3B3073}" presName="spaceRect" presStyleCnt="0"/>
      <dgm:spPr/>
    </dgm:pt>
    <dgm:pt modelId="{C8DC17FF-2164-45A4-8CF5-A74B52309F3D}" type="pres">
      <dgm:prSet presAssocID="{A48EB75A-38BF-4596-9F4B-A25EEB3B307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82FB023-74FD-4DA2-B40D-1308EDE65638}" srcId="{92D37E62-C3BC-42B5-B2AF-284706D8AE10}" destId="{3275928B-6E41-4C6F-ADD7-53E1B6203D53}" srcOrd="1" destOrd="0" parTransId="{4B7CF3EF-F7AC-4CC6-B673-114ACC240277}" sibTransId="{A1E08DD1-DB7F-4438-9A70-634A151D76C1}"/>
    <dgm:cxn modelId="{E5A7223A-D8FA-4BA5-966D-F6B83B7A6AF8}" type="presOf" srcId="{A48EB75A-38BF-4596-9F4B-A25EEB3B3073}" destId="{C8DC17FF-2164-45A4-8CF5-A74B52309F3D}" srcOrd="0" destOrd="0" presId="urn:microsoft.com/office/officeart/2018/2/layout/IconVerticalSolidList"/>
    <dgm:cxn modelId="{095EEF71-E1E0-417F-8CDA-C381CD4D1150}" type="presOf" srcId="{3275928B-6E41-4C6F-ADD7-53E1B6203D53}" destId="{98B393B4-9F4C-4FF7-A74A-B1F7EA9C87DC}" srcOrd="0" destOrd="0" presId="urn:microsoft.com/office/officeart/2018/2/layout/IconVerticalSolidList"/>
    <dgm:cxn modelId="{266BAA97-A03C-4A1B-877A-F96F6653F040}" type="presOf" srcId="{92D37E62-C3BC-42B5-B2AF-284706D8AE10}" destId="{FB570088-4CCE-4842-A380-C0621AF715C3}" srcOrd="0" destOrd="0" presId="urn:microsoft.com/office/officeart/2018/2/layout/IconVerticalSolidList"/>
    <dgm:cxn modelId="{0DEBD3A2-57A7-4489-B78B-D79B12C63332}" srcId="{92D37E62-C3BC-42B5-B2AF-284706D8AE10}" destId="{11481E21-A07C-4B9F-AE74-D8A5F2D52D58}" srcOrd="2" destOrd="0" parTransId="{B8E81722-8BCD-4702-95BA-9617B15FA6BD}" sibTransId="{DDF33253-E2AD-4065-AE22-8ACCF7632E60}"/>
    <dgm:cxn modelId="{EDE45CA5-F37E-4781-B903-FD193CF66C5F}" type="presOf" srcId="{0E5879C2-AA41-4871-986F-6706A741376E}" destId="{028B00F6-BED2-459C-B625-19CE470B2E4E}" srcOrd="0" destOrd="0" presId="urn:microsoft.com/office/officeart/2018/2/layout/IconVerticalSolidList"/>
    <dgm:cxn modelId="{674923D8-212E-46FF-B4D5-D073202B7476}" srcId="{92D37E62-C3BC-42B5-B2AF-284706D8AE10}" destId="{0E5879C2-AA41-4871-986F-6706A741376E}" srcOrd="0" destOrd="0" parTransId="{FA12F2ED-C924-47BE-8592-5526569D1037}" sibTransId="{A3D0D5E5-913C-4D8C-9EFE-327F9C5CEEA4}"/>
    <dgm:cxn modelId="{6558B7F2-EEFE-4307-9140-69260CFFA1CE}" type="presOf" srcId="{11481E21-A07C-4B9F-AE74-D8A5F2D52D58}" destId="{6F842A7E-52F6-43EA-AF83-1F5B1424504F}" srcOrd="0" destOrd="0" presId="urn:microsoft.com/office/officeart/2018/2/layout/IconVerticalSolidList"/>
    <dgm:cxn modelId="{366A95F6-7C98-42DD-A319-35B39569E688}" srcId="{92D37E62-C3BC-42B5-B2AF-284706D8AE10}" destId="{A48EB75A-38BF-4596-9F4B-A25EEB3B3073}" srcOrd="3" destOrd="0" parTransId="{DD62EEC9-B661-415A-96AB-870E5AEE1EDB}" sibTransId="{B06F6E53-F97D-4B70-ACFF-261E9592A0C2}"/>
    <dgm:cxn modelId="{FE1332D7-BF93-4AD1-BAB3-AA9910FBD8C9}" type="presParOf" srcId="{FB570088-4CCE-4842-A380-C0621AF715C3}" destId="{EF0EB95F-8479-42B9-B464-179E19BA5A15}" srcOrd="0" destOrd="0" presId="urn:microsoft.com/office/officeart/2018/2/layout/IconVerticalSolidList"/>
    <dgm:cxn modelId="{F8718E32-E5BF-4878-A8B5-23C32A11E52D}" type="presParOf" srcId="{EF0EB95F-8479-42B9-B464-179E19BA5A15}" destId="{B63223F3-12CC-4139-A36E-452349B22332}" srcOrd="0" destOrd="0" presId="urn:microsoft.com/office/officeart/2018/2/layout/IconVerticalSolidList"/>
    <dgm:cxn modelId="{4ADCD990-9A12-43ED-86D5-09B3FF1958B5}" type="presParOf" srcId="{EF0EB95F-8479-42B9-B464-179E19BA5A15}" destId="{FEE9E180-BA40-4245-897E-57EFD62819F4}" srcOrd="1" destOrd="0" presId="urn:microsoft.com/office/officeart/2018/2/layout/IconVerticalSolidList"/>
    <dgm:cxn modelId="{5B0D4333-9F5B-411B-B7B6-14B3D0C783C7}" type="presParOf" srcId="{EF0EB95F-8479-42B9-B464-179E19BA5A15}" destId="{C0C242BA-A66B-4B09-AFF5-32D66CA8723F}" srcOrd="2" destOrd="0" presId="urn:microsoft.com/office/officeart/2018/2/layout/IconVerticalSolidList"/>
    <dgm:cxn modelId="{25594969-4D21-475D-A230-2ED4CE1339F8}" type="presParOf" srcId="{EF0EB95F-8479-42B9-B464-179E19BA5A15}" destId="{028B00F6-BED2-459C-B625-19CE470B2E4E}" srcOrd="3" destOrd="0" presId="urn:microsoft.com/office/officeart/2018/2/layout/IconVerticalSolidList"/>
    <dgm:cxn modelId="{7BE14BA4-0B66-4CAC-AEFC-9EC3DC250022}" type="presParOf" srcId="{FB570088-4CCE-4842-A380-C0621AF715C3}" destId="{4EDD0634-9EFE-45F1-AA74-A2329B4483A5}" srcOrd="1" destOrd="0" presId="urn:microsoft.com/office/officeart/2018/2/layout/IconVerticalSolidList"/>
    <dgm:cxn modelId="{FA8A1A3F-7360-4741-B905-D6A12DC9C899}" type="presParOf" srcId="{FB570088-4CCE-4842-A380-C0621AF715C3}" destId="{B6A33CCF-CC25-4FCC-AA66-8C1B445761D9}" srcOrd="2" destOrd="0" presId="urn:microsoft.com/office/officeart/2018/2/layout/IconVerticalSolidList"/>
    <dgm:cxn modelId="{A2B111ED-4A68-4054-B081-2A65CF3A66ED}" type="presParOf" srcId="{B6A33CCF-CC25-4FCC-AA66-8C1B445761D9}" destId="{B72A328D-ECB8-45BC-B3CD-F70EC0E29213}" srcOrd="0" destOrd="0" presId="urn:microsoft.com/office/officeart/2018/2/layout/IconVerticalSolidList"/>
    <dgm:cxn modelId="{F41907F4-AC12-46F1-8CE9-A7022B7B1267}" type="presParOf" srcId="{B6A33CCF-CC25-4FCC-AA66-8C1B445761D9}" destId="{AAED6F57-CE50-4797-A7C3-31CDFF51952C}" srcOrd="1" destOrd="0" presId="urn:microsoft.com/office/officeart/2018/2/layout/IconVerticalSolidList"/>
    <dgm:cxn modelId="{64B09F74-AD4A-4C78-BC65-EF2976A3DBD2}" type="presParOf" srcId="{B6A33CCF-CC25-4FCC-AA66-8C1B445761D9}" destId="{2D7C4641-227D-465C-9F65-2DDFD3CCFF13}" srcOrd="2" destOrd="0" presId="urn:microsoft.com/office/officeart/2018/2/layout/IconVerticalSolidList"/>
    <dgm:cxn modelId="{735682FA-ACDC-4F5C-90F7-3025C747E0E1}" type="presParOf" srcId="{B6A33CCF-CC25-4FCC-AA66-8C1B445761D9}" destId="{98B393B4-9F4C-4FF7-A74A-B1F7EA9C87DC}" srcOrd="3" destOrd="0" presId="urn:microsoft.com/office/officeart/2018/2/layout/IconVerticalSolidList"/>
    <dgm:cxn modelId="{550A370B-B101-4DC7-950E-48F8D255E2BF}" type="presParOf" srcId="{FB570088-4CCE-4842-A380-C0621AF715C3}" destId="{B6A2A8BF-D73F-44EA-B964-64ABF704ED68}" srcOrd="3" destOrd="0" presId="urn:microsoft.com/office/officeart/2018/2/layout/IconVerticalSolidList"/>
    <dgm:cxn modelId="{8E819B29-D981-4D59-AF67-D559A12C3556}" type="presParOf" srcId="{FB570088-4CCE-4842-A380-C0621AF715C3}" destId="{52E31384-27E3-4527-87E3-2466060AF7D1}" srcOrd="4" destOrd="0" presId="urn:microsoft.com/office/officeart/2018/2/layout/IconVerticalSolidList"/>
    <dgm:cxn modelId="{D1B4F736-C6E2-4BC5-BACA-507713A6B7EB}" type="presParOf" srcId="{52E31384-27E3-4527-87E3-2466060AF7D1}" destId="{C71521A8-69F3-463A-AB23-E6031120CC51}" srcOrd="0" destOrd="0" presId="urn:microsoft.com/office/officeart/2018/2/layout/IconVerticalSolidList"/>
    <dgm:cxn modelId="{DA1FECE3-3A11-4252-A9D7-E87E542C1548}" type="presParOf" srcId="{52E31384-27E3-4527-87E3-2466060AF7D1}" destId="{53C82D0F-71D8-4B0A-B3FA-726312E2F58C}" srcOrd="1" destOrd="0" presId="urn:microsoft.com/office/officeart/2018/2/layout/IconVerticalSolidList"/>
    <dgm:cxn modelId="{BB3B6F26-99A3-4144-AF0D-BF5B926BF208}" type="presParOf" srcId="{52E31384-27E3-4527-87E3-2466060AF7D1}" destId="{22329B92-A0FC-4306-8126-770DD294A126}" srcOrd="2" destOrd="0" presId="urn:microsoft.com/office/officeart/2018/2/layout/IconVerticalSolidList"/>
    <dgm:cxn modelId="{1F2C1FA4-633E-49DB-B4AC-87D6CDA93915}" type="presParOf" srcId="{52E31384-27E3-4527-87E3-2466060AF7D1}" destId="{6F842A7E-52F6-43EA-AF83-1F5B1424504F}" srcOrd="3" destOrd="0" presId="urn:microsoft.com/office/officeart/2018/2/layout/IconVerticalSolidList"/>
    <dgm:cxn modelId="{4B23D574-B480-4B49-8D3F-CB71C3217210}" type="presParOf" srcId="{FB570088-4CCE-4842-A380-C0621AF715C3}" destId="{743B25E5-6C78-4572-B050-03DEE5A5D1E6}" srcOrd="5" destOrd="0" presId="urn:microsoft.com/office/officeart/2018/2/layout/IconVerticalSolidList"/>
    <dgm:cxn modelId="{F9200A34-1466-40B8-A84E-5F09C3DBEB17}" type="presParOf" srcId="{FB570088-4CCE-4842-A380-C0621AF715C3}" destId="{2BFB5CE3-A897-433F-8608-62D0346D8101}" srcOrd="6" destOrd="0" presId="urn:microsoft.com/office/officeart/2018/2/layout/IconVerticalSolidList"/>
    <dgm:cxn modelId="{5C7F5B69-6850-4AAF-AB20-A1C30BB4158F}" type="presParOf" srcId="{2BFB5CE3-A897-433F-8608-62D0346D8101}" destId="{00707A8D-0B38-4309-9984-7B765E0A71BB}" srcOrd="0" destOrd="0" presId="urn:microsoft.com/office/officeart/2018/2/layout/IconVerticalSolidList"/>
    <dgm:cxn modelId="{360D22EA-90DC-4CFE-AFC5-F1CD37019A5C}" type="presParOf" srcId="{2BFB5CE3-A897-433F-8608-62D0346D8101}" destId="{CF32CC12-19AA-45D0-A531-6FACFC8939E0}" srcOrd="1" destOrd="0" presId="urn:microsoft.com/office/officeart/2018/2/layout/IconVerticalSolidList"/>
    <dgm:cxn modelId="{4A146FD1-CE35-40F8-BDEE-8063E2E72C7D}" type="presParOf" srcId="{2BFB5CE3-A897-433F-8608-62D0346D8101}" destId="{73164024-FFF8-431D-B2ED-1757202E6077}" srcOrd="2" destOrd="0" presId="urn:microsoft.com/office/officeart/2018/2/layout/IconVerticalSolidList"/>
    <dgm:cxn modelId="{FC17502F-BABA-4BBF-B240-6D8AA7C54AA5}" type="presParOf" srcId="{2BFB5CE3-A897-433F-8608-62D0346D8101}" destId="{C8DC17FF-2164-45A4-8CF5-A74B52309F3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888781F-4D98-45C9-B38F-5F688A7D6EBE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08E766A-921A-4640-BC65-5C1029B0D286}">
      <dgm:prSet/>
      <dgm:spPr/>
      <dgm:t>
        <a:bodyPr/>
        <a:lstStyle/>
        <a:p>
          <a:r>
            <a:rPr lang="en-US"/>
            <a:t>All citizens have equal moral worth and therefore equal political standing (one person, one vote).</a:t>
          </a:r>
        </a:p>
      </dgm:t>
    </dgm:pt>
    <dgm:pt modelId="{F03E434E-46A1-4FDE-BC62-754A1F78D0BB}" type="parTrans" cxnId="{30ECACCA-7C7B-4FAB-81C5-BCDEFD444333}">
      <dgm:prSet/>
      <dgm:spPr/>
      <dgm:t>
        <a:bodyPr/>
        <a:lstStyle/>
        <a:p>
          <a:endParaRPr lang="en-US"/>
        </a:p>
      </dgm:t>
    </dgm:pt>
    <dgm:pt modelId="{83951064-BEB3-4265-B85A-99EC7607E532}" type="sibTrans" cxnId="{30ECACCA-7C7B-4FAB-81C5-BCDEFD444333}">
      <dgm:prSet/>
      <dgm:spPr/>
      <dgm:t>
        <a:bodyPr/>
        <a:lstStyle/>
        <a:p>
          <a:endParaRPr lang="en-US"/>
        </a:p>
      </dgm:t>
    </dgm:pt>
    <dgm:pt modelId="{1C713333-1E82-454F-8E9B-7F775675CD88}">
      <dgm:prSet/>
      <dgm:spPr/>
      <dgm:t>
        <a:bodyPr/>
        <a:lstStyle/>
        <a:p>
          <a:r>
            <a:rPr lang="en-US"/>
            <a:t>FOR: Equality as a moral premise.</a:t>
          </a:r>
        </a:p>
      </dgm:t>
    </dgm:pt>
    <dgm:pt modelId="{A1A819DE-B7AB-48FB-BDB9-D94800FB49CC}" type="parTrans" cxnId="{F65B6DD3-BF84-4B8C-A676-6B70B6E2578E}">
      <dgm:prSet/>
      <dgm:spPr/>
      <dgm:t>
        <a:bodyPr/>
        <a:lstStyle/>
        <a:p>
          <a:endParaRPr lang="en-US"/>
        </a:p>
      </dgm:t>
    </dgm:pt>
    <dgm:pt modelId="{F5363A52-C5F1-404E-95F5-626562407A8A}" type="sibTrans" cxnId="{F65B6DD3-BF84-4B8C-A676-6B70B6E2578E}">
      <dgm:prSet/>
      <dgm:spPr/>
      <dgm:t>
        <a:bodyPr/>
        <a:lstStyle/>
        <a:p>
          <a:endParaRPr lang="en-US"/>
        </a:p>
      </dgm:t>
    </dgm:pt>
    <dgm:pt modelId="{83291E8A-6622-493C-996E-49827151B3A2}">
      <dgm:prSet/>
      <dgm:spPr/>
      <dgm:t>
        <a:bodyPr/>
        <a:lstStyle/>
        <a:p>
          <a:r>
            <a:rPr lang="en-US"/>
            <a:t>Equal voting power ignores differences in competence, education, and responsibility, potentially lowering decision quality.</a:t>
          </a:r>
        </a:p>
      </dgm:t>
    </dgm:pt>
    <dgm:pt modelId="{D02AC5DC-D1BF-4A1F-AE01-7167B13888F7}" type="parTrans" cxnId="{5F7C1151-DC96-42E7-AD02-AE53451D266E}">
      <dgm:prSet/>
      <dgm:spPr/>
      <dgm:t>
        <a:bodyPr/>
        <a:lstStyle/>
        <a:p>
          <a:endParaRPr lang="en-US"/>
        </a:p>
      </dgm:t>
    </dgm:pt>
    <dgm:pt modelId="{8B14B627-2F2F-425F-97DD-83D1F5E5F9ED}" type="sibTrans" cxnId="{5F7C1151-DC96-42E7-AD02-AE53451D266E}">
      <dgm:prSet/>
      <dgm:spPr/>
      <dgm:t>
        <a:bodyPr/>
        <a:lstStyle/>
        <a:p>
          <a:endParaRPr lang="en-US"/>
        </a:p>
      </dgm:t>
    </dgm:pt>
    <dgm:pt modelId="{E22FAFA7-351E-4FEB-BF35-74027D34C322}">
      <dgm:prSet/>
      <dgm:spPr/>
      <dgm:t>
        <a:bodyPr/>
        <a:lstStyle/>
        <a:p>
          <a:r>
            <a:rPr lang="en-US"/>
            <a:t>AGAINST: Aristotle</a:t>
          </a:r>
        </a:p>
      </dgm:t>
    </dgm:pt>
    <dgm:pt modelId="{E07588EE-BAC9-44EC-8787-19E923446030}" type="parTrans" cxnId="{FEF591D6-8CD9-4AD2-876C-611F2DD979D6}">
      <dgm:prSet/>
      <dgm:spPr/>
      <dgm:t>
        <a:bodyPr/>
        <a:lstStyle/>
        <a:p>
          <a:endParaRPr lang="en-US"/>
        </a:p>
      </dgm:t>
    </dgm:pt>
    <dgm:pt modelId="{4E9B59E9-31FC-4348-B593-345475E900DF}" type="sibTrans" cxnId="{FEF591D6-8CD9-4AD2-876C-611F2DD979D6}">
      <dgm:prSet/>
      <dgm:spPr/>
      <dgm:t>
        <a:bodyPr/>
        <a:lstStyle/>
        <a:p>
          <a:endParaRPr lang="en-US"/>
        </a:p>
      </dgm:t>
    </dgm:pt>
    <dgm:pt modelId="{AEB7A641-2C91-46AE-92F1-D760AE3AD1AF}" type="pres">
      <dgm:prSet presAssocID="{B888781F-4D98-45C9-B38F-5F688A7D6EBE}" presName="vert0" presStyleCnt="0">
        <dgm:presLayoutVars>
          <dgm:dir/>
          <dgm:animOne val="branch"/>
          <dgm:animLvl val="lvl"/>
        </dgm:presLayoutVars>
      </dgm:prSet>
      <dgm:spPr/>
    </dgm:pt>
    <dgm:pt modelId="{57AB379A-8998-40AD-875E-0A7D5846C2F7}" type="pres">
      <dgm:prSet presAssocID="{708E766A-921A-4640-BC65-5C1029B0D286}" presName="thickLine" presStyleLbl="alignNode1" presStyleIdx="0" presStyleCnt="4"/>
      <dgm:spPr/>
    </dgm:pt>
    <dgm:pt modelId="{F73E86F2-7671-402A-B59F-DBE3EA672BCC}" type="pres">
      <dgm:prSet presAssocID="{708E766A-921A-4640-BC65-5C1029B0D286}" presName="horz1" presStyleCnt="0"/>
      <dgm:spPr/>
    </dgm:pt>
    <dgm:pt modelId="{ACCA5264-8D6B-4830-95AF-EF8C6ED6E9C0}" type="pres">
      <dgm:prSet presAssocID="{708E766A-921A-4640-BC65-5C1029B0D286}" presName="tx1" presStyleLbl="revTx" presStyleIdx="0" presStyleCnt="4"/>
      <dgm:spPr/>
    </dgm:pt>
    <dgm:pt modelId="{40F4F392-756A-43F3-8B08-5C88999AD47E}" type="pres">
      <dgm:prSet presAssocID="{708E766A-921A-4640-BC65-5C1029B0D286}" presName="vert1" presStyleCnt="0"/>
      <dgm:spPr/>
    </dgm:pt>
    <dgm:pt modelId="{450BE34C-3C2D-494E-835D-A75F42E55103}" type="pres">
      <dgm:prSet presAssocID="{1C713333-1E82-454F-8E9B-7F775675CD88}" presName="thickLine" presStyleLbl="alignNode1" presStyleIdx="1" presStyleCnt="4"/>
      <dgm:spPr/>
    </dgm:pt>
    <dgm:pt modelId="{A0C70A54-BA06-45F9-A820-DA056077A11F}" type="pres">
      <dgm:prSet presAssocID="{1C713333-1E82-454F-8E9B-7F775675CD88}" presName="horz1" presStyleCnt="0"/>
      <dgm:spPr/>
    </dgm:pt>
    <dgm:pt modelId="{9D353C83-8AF2-4063-9DF3-911AA2F18F14}" type="pres">
      <dgm:prSet presAssocID="{1C713333-1E82-454F-8E9B-7F775675CD88}" presName="tx1" presStyleLbl="revTx" presStyleIdx="1" presStyleCnt="4"/>
      <dgm:spPr/>
    </dgm:pt>
    <dgm:pt modelId="{4D2A9EC3-9DED-4615-B58A-ECF67699272B}" type="pres">
      <dgm:prSet presAssocID="{1C713333-1E82-454F-8E9B-7F775675CD88}" presName="vert1" presStyleCnt="0"/>
      <dgm:spPr/>
    </dgm:pt>
    <dgm:pt modelId="{18EB3F05-44FC-4DBC-A894-9834D4F7FA8A}" type="pres">
      <dgm:prSet presAssocID="{83291E8A-6622-493C-996E-49827151B3A2}" presName="thickLine" presStyleLbl="alignNode1" presStyleIdx="2" presStyleCnt="4"/>
      <dgm:spPr/>
    </dgm:pt>
    <dgm:pt modelId="{77A443D4-37DC-4779-BBB0-81D1CE6AB6C9}" type="pres">
      <dgm:prSet presAssocID="{83291E8A-6622-493C-996E-49827151B3A2}" presName="horz1" presStyleCnt="0"/>
      <dgm:spPr/>
    </dgm:pt>
    <dgm:pt modelId="{B1EF4F55-A384-4776-B609-4C3BC769BF1D}" type="pres">
      <dgm:prSet presAssocID="{83291E8A-6622-493C-996E-49827151B3A2}" presName="tx1" presStyleLbl="revTx" presStyleIdx="2" presStyleCnt="4"/>
      <dgm:spPr/>
    </dgm:pt>
    <dgm:pt modelId="{5549D4A2-6495-496E-B2B2-6476AF05F75B}" type="pres">
      <dgm:prSet presAssocID="{83291E8A-6622-493C-996E-49827151B3A2}" presName="vert1" presStyleCnt="0"/>
      <dgm:spPr/>
    </dgm:pt>
    <dgm:pt modelId="{86E3D1E8-F636-4144-B85E-57F4F4306625}" type="pres">
      <dgm:prSet presAssocID="{E22FAFA7-351E-4FEB-BF35-74027D34C322}" presName="thickLine" presStyleLbl="alignNode1" presStyleIdx="3" presStyleCnt="4"/>
      <dgm:spPr/>
    </dgm:pt>
    <dgm:pt modelId="{689D74E6-5EA2-4805-81FE-E44FD76B25C5}" type="pres">
      <dgm:prSet presAssocID="{E22FAFA7-351E-4FEB-BF35-74027D34C322}" presName="horz1" presStyleCnt="0"/>
      <dgm:spPr/>
    </dgm:pt>
    <dgm:pt modelId="{6D585E0F-4E12-4797-9E3B-3C94177E25EA}" type="pres">
      <dgm:prSet presAssocID="{E22FAFA7-351E-4FEB-BF35-74027D34C322}" presName="tx1" presStyleLbl="revTx" presStyleIdx="3" presStyleCnt="4"/>
      <dgm:spPr/>
    </dgm:pt>
    <dgm:pt modelId="{96FC851A-D660-4EAA-9DE4-955ECC61A9CE}" type="pres">
      <dgm:prSet presAssocID="{E22FAFA7-351E-4FEB-BF35-74027D34C322}" presName="vert1" presStyleCnt="0"/>
      <dgm:spPr/>
    </dgm:pt>
  </dgm:ptLst>
  <dgm:cxnLst>
    <dgm:cxn modelId="{B58E760C-1629-4D27-B96F-CE0A049A04AA}" type="presOf" srcId="{83291E8A-6622-493C-996E-49827151B3A2}" destId="{B1EF4F55-A384-4776-B609-4C3BC769BF1D}" srcOrd="0" destOrd="0" presId="urn:microsoft.com/office/officeart/2008/layout/LinedList"/>
    <dgm:cxn modelId="{7CFFC226-B4D1-4887-A84C-677796E0AAC3}" type="presOf" srcId="{708E766A-921A-4640-BC65-5C1029B0D286}" destId="{ACCA5264-8D6B-4830-95AF-EF8C6ED6E9C0}" srcOrd="0" destOrd="0" presId="urn:microsoft.com/office/officeart/2008/layout/LinedList"/>
    <dgm:cxn modelId="{F3912137-4BF8-4BA9-8106-7BEACB84F4D8}" type="presOf" srcId="{B888781F-4D98-45C9-B38F-5F688A7D6EBE}" destId="{AEB7A641-2C91-46AE-92F1-D760AE3AD1AF}" srcOrd="0" destOrd="0" presId="urn:microsoft.com/office/officeart/2008/layout/LinedList"/>
    <dgm:cxn modelId="{C2F5AD4A-4E51-4229-ACB7-731738EEBF28}" type="presOf" srcId="{E22FAFA7-351E-4FEB-BF35-74027D34C322}" destId="{6D585E0F-4E12-4797-9E3B-3C94177E25EA}" srcOrd="0" destOrd="0" presId="urn:microsoft.com/office/officeart/2008/layout/LinedList"/>
    <dgm:cxn modelId="{5F7C1151-DC96-42E7-AD02-AE53451D266E}" srcId="{B888781F-4D98-45C9-B38F-5F688A7D6EBE}" destId="{83291E8A-6622-493C-996E-49827151B3A2}" srcOrd="2" destOrd="0" parTransId="{D02AC5DC-D1BF-4A1F-AE01-7167B13888F7}" sibTransId="{8B14B627-2F2F-425F-97DD-83D1F5E5F9ED}"/>
    <dgm:cxn modelId="{B631B698-A664-47F6-9EDD-29FFB4C75C47}" type="presOf" srcId="{1C713333-1E82-454F-8E9B-7F775675CD88}" destId="{9D353C83-8AF2-4063-9DF3-911AA2F18F14}" srcOrd="0" destOrd="0" presId="urn:microsoft.com/office/officeart/2008/layout/LinedList"/>
    <dgm:cxn modelId="{30ECACCA-7C7B-4FAB-81C5-BCDEFD444333}" srcId="{B888781F-4D98-45C9-B38F-5F688A7D6EBE}" destId="{708E766A-921A-4640-BC65-5C1029B0D286}" srcOrd="0" destOrd="0" parTransId="{F03E434E-46A1-4FDE-BC62-754A1F78D0BB}" sibTransId="{83951064-BEB3-4265-B85A-99EC7607E532}"/>
    <dgm:cxn modelId="{F65B6DD3-BF84-4B8C-A676-6B70B6E2578E}" srcId="{B888781F-4D98-45C9-B38F-5F688A7D6EBE}" destId="{1C713333-1E82-454F-8E9B-7F775675CD88}" srcOrd="1" destOrd="0" parTransId="{A1A819DE-B7AB-48FB-BDB9-D94800FB49CC}" sibTransId="{F5363A52-C5F1-404E-95F5-626562407A8A}"/>
    <dgm:cxn modelId="{FEF591D6-8CD9-4AD2-876C-611F2DD979D6}" srcId="{B888781F-4D98-45C9-B38F-5F688A7D6EBE}" destId="{E22FAFA7-351E-4FEB-BF35-74027D34C322}" srcOrd="3" destOrd="0" parTransId="{E07588EE-BAC9-44EC-8787-19E923446030}" sibTransId="{4E9B59E9-31FC-4348-B593-345475E900DF}"/>
    <dgm:cxn modelId="{14120543-AFF4-46A3-A80E-11D300DBDD10}" type="presParOf" srcId="{AEB7A641-2C91-46AE-92F1-D760AE3AD1AF}" destId="{57AB379A-8998-40AD-875E-0A7D5846C2F7}" srcOrd="0" destOrd="0" presId="urn:microsoft.com/office/officeart/2008/layout/LinedList"/>
    <dgm:cxn modelId="{9FB92EDF-A0DB-40AA-A160-5AB590CAB311}" type="presParOf" srcId="{AEB7A641-2C91-46AE-92F1-D760AE3AD1AF}" destId="{F73E86F2-7671-402A-B59F-DBE3EA672BCC}" srcOrd="1" destOrd="0" presId="urn:microsoft.com/office/officeart/2008/layout/LinedList"/>
    <dgm:cxn modelId="{08C2C20E-2390-40D5-8332-CD6FD7989475}" type="presParOf" srcId="{F73E86F2-7671-402A-B59F-DBE3EA672BCC}" destId="{ACCA5264-8D6B-4830-95AF-EF8C6ED6E9C0}" srcOrd="0" destOrd="0" presId="urn:microsoft.com/office/officeart/2008/layout/LinedList"/>
    <dgm:cxn modelId="{8CA0303A-DDB2-4B6A-9222-AA299D4B4F9B}" type="presParOf" srcId="{F73E86F2-7671-402A-B59F-DBE3EA672BCC}" destId="{40F4F392-756A-43F3-8B08-5C88999AD47E}" srcOrd="1" destOrd="0" presId="urn:microsoft.com/office/officeart/2008/layout/LinedList"/>
    <dgm:cxn modelId="{CA83D447-7918-4EF5-BE05-4D4617D3A103}" type="presParOf" srcId="{AEB7A641-2C91-46AE-92F1-D760AE3AD1AF}" destId="{450BE34C-3C2D-494E-835D-A75F42E55103}" srcOrd="2" destOrd="0" presId="urn:microsoft.com/office/officeart/2008/layout/LinedList"/>
    <dgm:cxn modelId="{497440E1-44DD-4902-8E8B-50965EDDE127}" type="presParOf" srcId="{AEB7A641-2C91-46AE-92F1-D760AE3AD1AF}" destId="{A0C70A54-BA06-45F9-A820-DA056077A11F}" srcOrd="3" destOrd="0" presId="urn:microsoft.com/office/officeart/2008/layout/LinedList"/>
    <dgm:cxn modelId="{2726B6E1-39AC-45E3-B55A-68FD9CF74628}" type="presParOf" srcId="{A0C70A54-BA06-45F9-A820-DA056077A11F}" destId="{9D353C83-8AF2-4063-9DF3-911AA2F18F14}" srcOrd="0" destOrd="0" presId="urn:microsoft.com/office/officeart/2008/layout/LinedList"/>
    <dgm:cxn modelId="{5CB855DC-5C95-4CBD-8770-DC0EB298C916}" type="presParOf" srcId="{A0C70A54-BA06-45F9-A820-DA056077A11F}" destId="{4D2A9EC3-9DED-4615-B58A-ECF67699272B}" srcOrd="1" destOrd="0" presId="urn:microsoft.com/office/officeart/2008/layout/LinedList"/>
    <dgm:cxn modelId="{5F513FBC-8439-4341-B870-7CB4F8727991}" type="presParOf" srcId="{AEB7A641-2C91-46AE-92F1-D760AE3AD1AF}" destId="{18EB3F05-44FC-4DBC-A894-9834D4F7FA8A}" srcOrd="4" destOrd="0" presId="urn:microsoft.com/office/officeart/2008/layout/LinedList"/>
    <dgm:cxn modelId="{B2562E0E-950B-469E-84FB-230222BAA69C}" type="presParOf" srcId="{AEB7A641-2C91-46AE-92F1-D760AE3AD1AF}" destId="{77A443D4-37DC-4779-BBB0-81D1CE6AB6C9}" srcOrd="5" destOrd="0" presId="urn:microsoft.com/office/officeart/2008/layout/LinedList"/>
    <dgm:cxn modelId="{E974CB5C-BC00-4E58-A327-DFEEFF88D29F}" type="presParOf" srcId="{77A443D4-37DC-4779-BBB0-81D1CE6AB6C9}" destId="{B1EF4F55-A384-4776-B609-4C3BC769BF1D}" srcOrd="0" destOrd="0" presId="urn:microsoft.com/office/officeart/2008/layout/LinedList"/>
    <dgm:cxn modelId="{9BEC16C2-0B3F-4BD9-9E86-BE8B7BC10669}" type="presParOf" srcId="{77A443D4-37DC-4779-BBB0-81D1CE6AB6C9}" destId="{5549D4A2-6495-496E-B2B2-6476AF05F75B}" srcOrd="1" destOrd="0" presId="urn:microsoft.com/office/officeart/2008/layout/LinedList"/>
    <dgm:cxn modelId="{17DA2B66-B25B-43AD-966A-D9247605C931}" type="presParOf" srcId="{AEB7A641-2C91-46AE-92F1-D760AE3AD1AF}" destId="{86E3D1E8-F636-4144-B85E-57F4F4306625}" srcOrd="6" destOrd="0" presId="urn:microsoft.com/office/officeart/2008/layout/LinedList"/>
    <dgm:cxn modelId="{08FCB466-BFBE-4C78-B2DE-3717482706E0}" type="presParOf" srcId="{AEB7A641-2C91-46AE-92F1-D760AE3AD1AF}" destId="{689D74E6-5EA2-4805-81FE-E44FD76B25C5}" srcOrd="7" destOrd="0" presId="urn:microsoft.com/office/officeart/2008/layout/LinedList"/>
    <dgm:cxn modelId="{44FEC0C3-E7AD-4F8A-AAD5-60D4AAB7A9A2}" type="presParOf" srcId="{689D74E6-5EA2-4805-81FE-E44FD76B25C5}" destId="{6D585E0F-4E12-4797-9E3B-3C94177E25EA}" srcOrd="0" destOrd="0" presId="urn:microsoft.com/office/officeart/2008/layout/LinedList"/>
    <dgm:cxn modelId="{91AC25B1-E355-41A8-9AC6-184976F5B12E}" type="presParOf" srcId="{689D74E6-5EA2-4805-81FE-E44FD76B25C5}" destId="{96FC851A-D660-4EAA-9DE4-955ECC61A9C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8C037AC-9C08-4EDE-97F2-F4149046BB7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EE59BFE-C5EF-48FB-B41D-C5EEE3A2C070}">
      <dgm:prSet/>
      <dgm:spPr/>
      <dgm:t>
        <a:bodyPr/>
        <a:lstStyle/>
        <a:p>
          <a:r>
            <a:rPr lang="en-US"/>
            <a:t>Democracy prevents abuse of power through elections, debate, and civic engagement.</a:t>
          </a:r>
        </a:p>
      </dgm:t>
    </dgm:pt>
    <dgm:pt modelId="{46494606-5BE7-4F15-BD9B-33F6FAB90F27}" type="parTrans" cxnId="{EB0D179F-26BE-4C9B-B46B-F758CBE56326}">
      <dgm:prSet/>
      <dgm:spPr/>
      <dgm:t>
        <a:bodyPr/>
        <a:lstStyle/>
        <a:p>
          <a:endParaRPr lang="en-US"/>
        </a:p>
      </dgm:t>
    </dgm:pt>
    <dgm:pt modelId="{723446AC-FFBA-401D-AC74-06CA6761810E}" type="sibTrans" cxnId="{EB0D179F-26BE-4C9B-B46B-F758CBE56326}">
      <dgm:prSet/>
      <dgm:spPr/>
      <dgm:t>
        <a:bodyPr/>
        <a:lstStyle/>
        <a:p>
          <a:endParaRPr lang="en-US"/>
        </a:p>
      </dgm:t>
    </dgm:pt>
    <dgm:pt modelId="{2D896F9E-91DB-4FB0-90AE-68925C2A5D2E}">
      <dgm:prSet/>
      <dgm:spPr/>
      <dgm:t>
        <a:bodyPr/>
        <a:lstStyle/>
        <a:p>
          <a:r>
            <a:rPr lang="en-US"/>
            <a:t>FOR: Public oversight disciplines rulers.</a:t>
          </a:r>
        </a:p>
      </dgm:t>
    </dgm:pt>
    <dgm:pt modelId="{BCF95F04-A896-4721-8DF1-A7ACB244A48C}" type="parTrans" cxnId="{505147E8-FC1C-4ACA-95B2-18C830991D63}">
      <dgm:prSet/>
      <dgm:spPr/>
      <dgm:t>
        <a:bodyPr/>
        <a:lstStyle/>
        <a:p>
          <a:endParaRPr lang="en-US"/>
        </a:p>
      </dgm:t>
    </dgm:pt>
    <dgm:pt modelId="{A72C6E14-3FA3-4DC7-8B58-22602FCAEB5A}" type="sibTrans" cxnId="{505147E8-FC1C-4ACA-95B2-18C830991D63}">
      <dgm:prSet/>
      <dgm:spPr/>
      <dgm:t>
        <a:bodyPr/>
        <a:lstStyle/>
        <a:p>
          <a:endParaRPr lang="en-US"/>
        </a:p>
      </dgm:t>
    </dgm:pt>
    <dgm:pt modelId="{3C223385-82F6-4990-867B-C5FC5FA0B2CF}">
      <dgm:prSet/>
      <dgm:spPr/>
      <dgm:t>
        <a:bodyPr/>
        <a:lstStyle/>
        <a:p>
          <a:r>
            <a:rPr lang="en-US"/>
            <a:t>Mass participation can lead to apathy, manipulation, or populism</a:t>
          </a:r>
        </a:p>
      </dgm:t>
    </dgm:pt>
    <dgm:pt modelId="{240B9894-FDBE-4743-89E7-F3874B63615C}" type="parTrans" cxnId="{4A4A982A-516D-429F-B6B1-0B1AFCAAF74C}">
      <dgm:prSet/>
      <dgm:spPr/>
      <dgm:t>
        <a:bodyPr/>
        <a:lstStyle/>
        <a:p>
          <a:endParaRPr lang="en-US"/>
        </a:p>
      </dgm:t>
    </dgm:pt>
    <dgm:pt modelId="{06037BCF-F4FB-4522-999A-E51B32DA00B1}" type="sibTrans" cxnId="{4A4A982A-516D-429F-B6B1-0B1AFCAAF74C}">
      <dgm:prSet/>
      <dgm:spPr/>
      <dgm:t>
        <a:bodyPr/>
        <a:lstStyle/>
        <a:p>
          <a:endParaRPr lang="en-US"/>
        </a:p>
      </dgm:t>
    </dgm:pt>
    <dgm:pt modelId="{ADAB3050-7BE1-433F-8F7D-90C7D8F1AE28}">
      <dgm:prSet/>
      <dgm:spPr/>
      <dgm:t>
        <a:bodyPr/>
        <a:lstStyle/>
        <a:p>
          <a:r>
            <a:rPr lang="en-US"/>
            <a:t>AGAINST: Most people make uninformed decisions</a:t>
          </a:r>
        </a:p>
      </dgm:t>
    </dgm:pt>
    <dgm:pt modelId="{3315EE1F-F69F-471E-9FBC-A5E09BA68B3C}" type="parTrans" cxnId="{AD38B61D-2B8E-469D-953D-B5ADD674C437}">
      <dgm:prSet/>
      <dgm:spPr/>
      <dgm:t>
        <a:bodyPr/>
        <a:lstStyle/>
        <a:p>
          <a:endParaRPr lang="en-US"/>
        </a:p>
      </dgm:t>
    </dgm:pt>
    <dgm:pt modelId="{46443563-BE4A-45C3-9FE1-99436B7521BE}" type="sibTrans" cxnId="{AD38B61D-2B8E-469D-953D-B5ADD674C437}">
      <dgm:prSet/>
      <dgm:spPr/>
      <dgm:t>
        <a:bodyPr/>
        <a:lstStyle/>
        <a:p>
          <a:endParaRPr lang="en-US"/>
        </a:p>
      </dgm:t>
    </dgm:pt>
    <dgm:pt modelId="{F33F7C7F-C44B-406B-A549-9A1C22CBA483}" type="pres">
      <dgm:prSet presAssocID="{38C037AC-9C08-4EDE-97F2-F4149046BB74}" presName="linear" presStyleCnt="0">
        <dgm:presLayoutVars>
          <dgm:animLvl val="lvl"/>
          <dgm:resizeHandles val="exact"/>
        </dgm:presLayoutVars>
      </dgm:prSet>
      <dgm:spPr/>
    </dgm:pt>
    <dgm:pt modelId="{51E25046-8E07-46FA-81FC-B5969E5604C8}" type="pres">
      <dgm:prSet presAssocID="{1EE59BFE-C5EF-48FB-B41D-C5EEE3A2C07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92983B6-BE6D-409F-A0E9-0C46DC794809}" type="pres">
      <dgm:prSet presAssocID="{723446AC-FFBA-401D-AC74-06CA6761810E}" presName="spacer" presStyleCnt="0"/>
      <dgm:spPr/>
    </dgm:pt>
    <dgm:pt modelId="{1B8BDDDB-9760-4ED8-9B84-43BD63CCC604}" type="pres">
      <dgm:prSet presAssocID="{2D896F9E-91DB-4FB0-90AE-68925C2A5D2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FB683D4-FAAE-4BE9-A696-DDA144258257}" type="pres">
      <dgm:prSet presAssocID="{A72C6E14-3FA3-4DC7-8B58-22602FCAEB5A}" presName="spacer" presStyleCnt="0"/>
      <dgm:spPr/>
    </dgm:pt>
    <dgm:pt modelId="{5B86B337-E56D-4DC7-BEC5-557418D9A1F7}" type="pres">
      <dgm:prSet presAssocID="{3C223385-82F6-4990-867B-C5FC5FA0B2C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23B9CDA-AADE-470D-A3FE-FF93C67DD72E}" type="pres">
      <dgm:prSet presAssocID="{06037BCF-F4FB-4522-999A-E51B32DA00B1}" presName="spacer" presStyleCnt="0"/>
      <dgm:spPr/>
    </dgm:pt>
    <dgm:pt modelId="{ED8CE3B3-78F3-443F-A784-263274C99034}" type="pres">
      <dgm:prSet presAssocID="{ADAB3050-7BE1-433F-8F7D-90C7D8F1AE2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D38B61D-2B8E-469D-953D-B5ADD674C437}" srcId="{38C037AC-9C08-4EDE-97F2-F4149046BB74}" destId="{ADAB3050-7BE1-433F-8F7D-90C7D8F1AE28}" srcOrd="3" destOrd="0" parTransId="{3315EE1F-F69F-471E-9FBC-A5E09BA68B3C}" sibTransId="{46443563-BE4A-45C3-9FE1-99436B7521BE}"/>
    <dgm:cxn modelId="{4A4A982A-516D-429F-B6B1-0B1AFCAAF74C}" srcId="{38C037AC-9C08-4EDE-97F2-F4149046BB74}" destId="{3C223385-82F6-4990-867B-C5FC5FA0B2CF}" srcOrd="2" destOrd="0" parTransId="{240B9894-FDBE-4743-89E7-F3874B63615C}" sibTransId="{06037BCF-F4FB-4522-999A-E51B32DA00B1}"/>
    <dgm:cxn modelId="{5425A837-E0F7-4750-8573-9AF3595C4568}" type="presOf" srcId="{3C223385-82F6-4990-867B-C5FC5FA0B2CF}" destId="{5B86B337-E56D-4DC7-BEC5-557418D9A1F7}" srcOrd="0" destOrd="0" presId="urn:microsoft.com/office/officeart/2005/8/layout/vList2"/>
    <dgm:cxn modelId="{FB96013A-9D48-470F-8DB4-C23A8554E81C}" type="presOf" srcId="{2D896F9E-91DB-4FB0-90AE-68925C2A5D2E}" destId="{1B8BDDDB-9760-4ED8-9B84-43BD63CCC604}" srcOrd="0" destOrd="0" presId="urn:microsoft.com/office/officeart/2005/8/layout/vList2"/>
    <dgm:cxn modelId="{17470677-BD4F-43E9-82B9-ED148809317A}" type="presOf" srcId="{38C037AC-9C08-4EDE-97F2-F4149046BB74}" destId="{F33F7C7F-C44B-406B-A549-9A1C22CBA483}" srcOrd="0" destOrd="0" presId="urn:microsoft.com/office/officeart/2005/8/layout/vList2"/>
    <dgm:cxn modelId="{EB0D179F-26BE-4C9B-B46B-F758CBE56326}" srcId="{38C037AC-9C08-4EDE-97F2-F4149046BB74}" destId="{1EE59BFE-C5EF-48FB-B41D-C5EEE3A2C070}" srcOrd="0" destOrd="0" parTransId="{46494606-5BE7-4F15-BD9B-33F6FAB90F27}" sibTransId="{723446AC-FFBA-401D-AC74-06CA6761810E}"/>
    <dgm:cxn modelId="{E40601B5-E396-4970-9DB6-D243AE469AF0}" type="presOf" srcId="{1EE59BFE-C5EF-48FB-B41D-C5EEE3A2C070}" destId="{51E25046-8E07-46FA-81FC-B5969E5604C8}" srcOrd="0" destOrd="0" presId="urn:microsoft.com/office/officeart/2005/8/layout/vList2"/>
    <dgm:cxn modelId="{75EDA3C0-A6A1-4C4B-880E-BDA141DF925C}" type="presOf" srcId="{ADAB3050-7BE1-433F-8F7D-90C7D8F1AE28}" destId="{ED8CE3B3-78F3-443F-A784-263274C99034}" srcOrd="0" destOrd="0" presId="urn:microsoft.com/office/officeart/2005/8/layout/vList2"/>
    <dgm:cxn modelId="{505147E8-FC1C-4ACA-95B2-18C830991D63}" srcId="{38C037AC-9C08-4EDE-97F2-F4149046BB74}" destId="{2D896F9E-91DB-4FB0-90AE-68925C2A5D2E}" srcOrd="1" destOrd="0" parTransId="{BCF95F04-A896-4721-8DF1-A7ACB244A48C}" sibTransId="{A72C6E14-3FA3-4DC7-8B58-22602FCAEB5A}"/>
    <dgm:cxn modelId="{839FF301-DCC2-437E-8A8E-058C7BE9D181}" type="presParOf" srcId="{F33F7C7F-C44B-406B-A549-9A1C22CBA483}" destId="{51E25046-8E07-46FA-81FC-B5969E5604C8}" srcOrd="0" destOrd="0" presId="urn:microsoft.com/office/officeart/2005/8/layout/vList2"/>
    <dgm:cxn modelId="{B166EC4B-7372-4507-8F5F-5030C946F207}" type="presParOf" srcId="{F33F7C7F-C44B-406B-A549-9A1C22CBA483}" destId="{092983B6-BE6D-409F-A0E9-0C46DC794809}" srcOrd="1" destOrd="0" presId="urn:microsoft.com/office/officeart/2005/8/layout/vList2"/>
    <dgm:cxn modelId="{68BC7F27-F2DF-4294-8FC9-4C45DC16BE72}" type="presParOf" srcId="{F33F7C7F-C44B-406B-A549-9A1C22CBA483}" destId="{1B8BDDDB-9760-4ED8-9B84-43BD63CCC604}" srcOrd="2" destOrd="0" presId="urn:microsoft.com/office/officeart/2005/8/layout/vList2"/>
    <dgm:cxn modelId="{E2C93BF1-66E6-4719-9618-24B1324C84AB}" type="presParOf" srcId="{F33F7C7F-C44B-406B-A549-9A1C22CBA483}" destId="{8FB683D4-FAAE-4BE9-A696-DDA144258257}" srcOrd="3" destOrd="0" presId="urn:microsoft.com/office/officeart/2005/8/layout/vList2"/>
    <dgm:cxn modelId="{F8425A58-5A29-4F33-8A0D-8D2F9D2DBFE2}" type="presParOf" srcId="{F33F7C7F-C44B-406B-A549-9A1C22CBA483}" destId="{5B86B337-E56D-4DC7-BEC5-557418D9A1F7}" srcOrd="4" destOrd="0" presId="urn:microsoft.com/office/officeart/2005/8/layout/vList2"/>
    <dgm:cxn modelId="{C170A5C1-C13C-4A38-8F50-530FBF38DA86}" type="presParOf" srcId="{F33F7C7F-C44B-406B-A549-9A1C22CBA483}" destId="{923B9CDA-AADE-470D-A3FE-FF93C67DD72E}" srcOrd="5" destOrd="0" presId="urn:microsoft.com/office/officeart/2005/8/layout/vList2"/>
    <dgm:cxn modelId="{FA27817F-2EB9-49D8-AD93-D14BFCA79FD5}" type="presParOf" srcId="{F33F7C7F-C44B-406B-A549-9A1C22CBA483}" destId="{ED8CE3B3-78F3-443F-A784-263274C9903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A19E7D4-0F80-4859-BD0D-34935F11C213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A36A9B8-3725-453F-97A1-2FDB6A7A8371}">
      <dgm:prSet/>
      <dgm:spPr/>
      <dgm:t>
        <a:bodyPr/>
        <a:lstStyle/>
        <a:p>
          <a:r>
            <a:rPr lang="en-US"/>
            <a:t>57% of all countries have some form of democracy</a:t>
          </a:r>
        </a:p>
      </dgm:t>
    </dgm:pt>
    <dgm:pt modelId="{5A393796-FDEB-4AEB-BAF9-9D6D60702CB6}" type="parTrans" cxnId="{17F0FCE1-CC70-4542-85CA-D1DEFE1B623A}">
      <dgm:prSet/>
      <dgm:spPr/>
      <dgm:t>
        <a:bodyPr/>
        <a:lstStyle/>
        <a:p>
          <a:endParaRPr lang="en-US"/>
        </a:p>
      </dgm:t>
    </dgm:pt>
    <dgm:pt modelId="{8516CDEB-0C9E-446C-91EE-8D923A474B12}" type="sibTrans" cxnId="{17F0FCE1-CC70-4542-85CA-D1DEFE1B623A}">
      <dgm:prSet/>
      <dgm:spPr/>
      <dgm:t>
        <a:bodyPr/>
        <a:lstStyle/>
        <a:p>
          <a:endParaRPr lang="en-US"/>
        </a:p>
      </dgm:t>
    </dgm:pt>
    <dgm:pt modelId="{384D222F-C287-407F-A95E-D8E93F3B11ED}">
      <dgm:prSet/>
      <dgm:spPr/>
      <dgm:t>
        <a:bodyPr/>
        <a:lstStyle/>
        <a:p>
          <a:r>
            <a:rPr lang="en-US"/>
            <a:t>Legitimacy</a:t>
          </a:r>
        </a:p>
      </dgm:t>
    </dgm:pt>
    <dgm:pt modelId="{C87048EC-90A9-485E-B048-DE96B7CBF878}" type="parTrans" cxnId="{74311A83-E121-44C1-B7CF-776E1B2E1B4A}">
      <dgm:prSet/>
      <dgm:spPr/>
      <dgm:t>
        <a:bodyPr/>
        <a:lstStyle/>
        <a:p>
          <a:endParaRPr lang="en-US"/>
        </a:p>
      </dgm:t>
    </dgm:pt>
    <dgm:pt modelId="{A72D3BEE-D4B7-4494-A774-E5EE33A3D897}" type="sibTrans" cxnId="{74311A83-E121-44C1-B7CF-776E1B2E1B4A}">
      <dgm:prSet/>
      <dgm:spPr/>
      <dgm:t>
        <a:bodyPr/>
        <a:lstStyle/>
        <a:p>
          <a:endParaRPr lang="en-US"/>
        </a:p>
      </dgm:t>
    </dgm:pt>
    <dgm:pt modelId="{D94FACB7-262E-44AE-95F9-6AC7D75B455D}">
      <dgm:prSet/>
      <dgm:spPr/>
      <dgm:t>
        <a:bodyPr/>
        <a:lstStyle/>
        <a:p>
          <a:r>
            <a:rPr lang="en-US"/>
            <a:t>Individual rights</a:t>
          </a:r>
        </a:p>
      </dgm:t>
    </dgm:pt>
    <dgm:pt modelId="{C04931BF-4FB9-4AB1-A666-80C680FDECE7}" type="parTrans" cxnId="{A873A0C1-C945-47BD-BF3B-AD64D4367772}">
      <dgm:prSet/>
      <dgm:spPr/>
      <dgm:t>
        <a:bodyPr/>
        <a:lstStyle/>
        <a:p>
          <a:endParaRPr lang="en-US"/>
        </a:p>
      </dgm:t>
    </dgm:pt>
    <dgm:pt modelId="{36FDD558-4413-43B9-ABCD-93F67370A983}" type="sibTrans" cxnId="{A873A0C1-C945-47BD-BF3B-AD64D4367772}">
      <dgm:prSet/>
      <dgm:spPr/>
      <dgm:t>
        <a:bodyPr/>
        <a:lstStyle/>
        <a:p>
          <a:endParaRPr lang="en-US"/>
        </a:p>
      </dgm:t>
    </dgm:pt>
    <dgm:pt modelId="{D9A0AF75-38DF-4BC2-9B07-2AA725727E35}">
      <dgm:prSet/>
      <dgm:spPr/>
      <dgm:t>
        <a:bodyPr/>
        <a:lstStyle/>
        <a:p>
          <a:r>
            <a:rPr lang="en-US"/>
            <a:t>Peaceful transfer of power</a:t>
          </a:r>
        </a:p>
      </dgm:t>
    </dgm:pt>
    <dgm:pt modelId="{2FC09C75-B288-48FD-9F3F-4EF84D969C38}" type="parTrans" cxnId="{32736071-DC08-4D36-95E9-09BB0427A034}">
      <dgm:prSet/>
      <dgm:spPr/>
      <dgm:t>
        <a:bodyPr/>
        <a:lstStyle/>
        <a:p>
          <a:endParaRPr lang="en-US"/>
        </a:p>
      </dgm:t>
    </dgm:pt>
    <dgm:pt modelId="{D5E0B4A7-2CE5-468A-B9CC-CB2267A578D9}" type="sibTrans" cxnId="{32736071-DC08-4D36-95E9-09BB0427A034}">
      <dgm:prSet/>
      <dgm:spPr/>
      <dgm:t>
        <a:bodyPr/>
        <a:lstStyle/>
        <a:p>
          <a:endParaRPr lang="en-US"/>
        </a:p>
      </dgm:t>
    </dgm:pt>
    <dgm:pt modelId="{CB648D31-8AA1-46A5-96AD-231979C291D5}">
      <dgm:prSet/>
      <dgm:spPr/>
      <dgm:t>
        <a:bodyPr/>
        <a:lstStyle/>
        <a:p>
          <a:r>
            <a:rPr lang="en-US"/>
            <a:t>Allows disagreement</a:t>
          </a:r>
        </a:p>
      </dgm:t>
    </dgm:pt>
    <dgm:pt modelId="{2E82705A-7F2E-41E7-A6D0-5807B504A5FD}" type="parTrans" cxnId="{C4F14E29-C0D0-4948-99B0-73F6CB2511D2}">
      <dgm:prSet/>
      <dgm:spPr/>
      <dgm:t>
        <a:bodyPr/>
        <a:lstStyle/>
        <a:p>
          <a:endParaRPr lang="en-US"/>
        </a:p>
      </dgm:t>
    </dgm:pt>
    <dgm:pt modelId="{C01CD50A-8267-4214-BC98-398CDC421B30}" type="sibTrans" cxnId="{C4F14E29-C0D0-4948-99B0-73F6CB2511D2}">
      <dgm:prSet/>
      <dgm:spPr/>
      <dgm:t>
        <a:bodyPr/>
        <a:lstStyle/>
        <a:p>
          <a:endParaRPr lang="en-US"/>
        </a:p>
      </dgm:t>
    </dgm:pt>
    <dgm:pt modelId="{484AB192-B06D-4176-B848-A988CCF97858}">
      <dgm:prSet/>
      <dgm:spPr/>
      <dgm:t>
        <a:bodyPr/>
        <a:lstStyle/>
        <a:p>
          <a:r>
            <a:rPr lang="en-US" dirty="0"/>
            <a:t>Inefficient</a:t>
          </a:r>
        </a:p>
      </dgm:t>
    </dgm:pt>
    <dgm:pt modelId="{C7F14EFF-B7C2-4761-AA02-0C98218CEBE1}" type="parTrans" cxnId="{939D2C44-E679-473E-A9CC-5FC33B7DABC3}">
      <dgm:prSet/>
      <dgm:spPr/>
      <dgm:t>
        <a:bodyPr/>
        <a:lstStyle/>
        <a:p>
          <a:endParaRPr lang="en-US"/>
        </a:p>
      </dgm:t>
    </dgm:pt>
    <dgm:pt modelId="{53ED3874-2903-466C-8B9D-0DCE600EDEB2}" type="sibTrans" cxnId="{939D2C44-E679-473E-A9CC-5FC33B7DABC3}">
      <dgm:prSet/>
      <dgm:spPr/>
      <dgm:t>
        <a:bodyPr/>
        <a:lstStyle/>
        <a:p>
          <a:endParaRPr lang="en-US"/>
        </a:p>
      </dgm:t>
    </dgm:pt>
    <dgm:pt modelId="{49FCA14B-B7E8-4378-9521-F231A8E021C0}">
      <dgm:prSet/>
      <dgm:spPr/>
      <dgm:t>
        <a:bodyPr/>
        <a:lstStyle/>
        <a:p>
          <a:r>
            <a:rPr lang="en-US"/>
            <a:t>Vulnerable to misinformation</a:t>
          </a:r>
        </a:p>
      </dgm:t>
    </dgm:pt>
    <dgm:pt modelId="{3CC69A5A-C9FB-4A08-BF56-DC25A71203AE}" type="parTrans" cxnId="{5457994A-4E2C-4B8A-9F28-238F920DF587}">
      <dgm:prSet/>
      <dgm:spPr/>
      <dgm:t>
        <a:bodyPr/>
        <a:lstStyle/>
        <a:p>
          <a:endParaRPr lang="en-US"/>
        </a:p>
      </dgm:t>
    </dgm:pt>
    <dgm:pt modelId="{55FF1770-0959-4C32-ACF5-3A294F4CD632}" type="sibTrans" cxnId="{5457994A-4E2C-4B8A-9F28-238F920DF587}">
      <dgm:prSet/>
      <dgm:spPr/>
      <dgm:t>
        <a:bodyPr/>
        <a:lstStyle/>
        <a:p>
          <a:endParaRPr lang="en-US"/>
        </a:p>
      </dgm:t>
    </dgm:pt>
    <dgm:pt modelId="{C3EE4767-B1C1-452C-8C34-6744F5C403DD}">
      <dgm:prSet/>
      <dgm:spPr/>
      <dgm:t>
        <a:bodyPr/>
        <a:lstStyle/>
        <a:p>
          <a:r>
            <a:rPr lang="en-US" dirty="0"/>
            <a:t>Harm minorities</a:t>
          </a:r>
        </a:p>
      </dgm:t>
    </dgm:pt>
    <dgm:pt modelId="{E4C1342F-41CA-4874-A8AC-8766A70084BF}" type="parTrans" cxnId="{81AD11F2-7ABC-45A8-838F-ADA06915139C}">
      <dgm:prSet/>
      <dgm:spPr/>
      <dgm:t>
        <a:bodyPr/>
        <a:lstStyle/>
        <a:p>
          <a:endParaRPr lang="en-US"/>
        </a:p>
      </dgm:t>
    </dgm:pt>
    <dgm:pt modelId="{3EDD6964-557D-451A-847C-F48D784D4662}" type="sibTrans" cxnId="{81AD11F2-7ABC-45A8-838F-ADA06915139C}">
      <dgm:prSet/>
      <dgm:spPr/>
      <dgm:t>
        <a:bodyPr/>
        <a:lstStyle/>
        <a:p>
          <a:endParaRPr lang="en-US"/>
        </a:p>
      </dgm:t>
    </dgm:pt>
    <dgm:pt modelId="{262D57AA-D910-4FA9-9095-15BE3D0E5C19}">
      <dgm:prSet/>
      <dgm:spPr/>
      <dgm:t>
        <a:bodyPr/>
        <a:lstStyle/>
        <a:p>
          <a:r>
            <a:rPr lang="en-US" dirty="0"/>
            <a:t>Weaken accountability</a:t>
          </a:r>
        </a:p>
      </dgm:t>
    </dgm:pt>
    <dgm:pt modelId="{E4B88868-F9CE-4598-9C1D-25F13989E977}" type="parTrans" cxnId="{3D97309F-99DF-4982-B785-5CB0D182E3E5}">
      <dgm:prSet/>
      <dgm:spPr/>
      <dgm:t>
        <a:bodyPr/>
        <a:lstStyle/>
        <a:p>
          <a:endParaRPr lang="en-US"/>
        </a:p>
      </dgm:t>
    </dgm:pt>
    <dgm:pt modelId="{F24745B4-8774-4AB0-94D4-337A513EFD92}" type="sibTrans" cxnId="{3D97309F-99DF-4982-B785-5CB0D182E3E5}">
      <dgm:prSet/>
      <dgm:spPr/>
      <dgm:t>
        <a:bodyPr/>
        <a:lstStyle/>
        <a:p>
          <a:endParaRPr lang="en-US"/>
        </a:p>
      </dgm:t>
    </dgm:pt>
    <dgm:pt modelId="{4B2606B3-D140-4EAD-A858-D3938F422AC3}" type="pres">
      <dgm:prSet presAssocID="{6A19E7D4-0F80-4859-BD0D-34935F11C213}" presName="diagram" presStyleCnt="0">
        <dgm:presLayoutVars>
          <dgm:dir/>
          <dgm:resizeHandles val="exact"/>
        </dgm:presLayoutVars>
      </dgm:prSet>
      <dgm:spPr/>
    </dgm:pt>
    <dgm:pt modelId="{4E8ABB29-3081-46ED-8F38-0EA9E5479A42}" type="pres">
      <dgm:prSet presAssocID="{0A36A9B8-3725-453F-97A1-2FDB6A7A8371}" presName="node" presStyleLbl="node1" presStyleIdx="0" presStyleCnt="9">
        <dgm:presLayoutVars>
          <dgm:bulletEnabled val="1"/>
        </dgm:presLayoutVars>
      </dgm:prSet>
      <dgm:spPr/>
    </dgm:pt>
    <dgm:pt modelId="{05B4C7F6-B4B2-4915-8D3A-771E73D699D4}" type="pres">
      <dgm:prSet presAssocID="{8516CDEB-0C9E-446C-91EE-8D923A474B12}" presName="sibTrans" presStyleCnt="0"/>
      <dgm:spPr/>
    </dgm:pt>
    <dgm:pt modelId="{24E82109-5C8F-422A-89DC-9B734C9A26EC}" type="pres">
      <dgm:prSet presAssocID="{384D222F-C287-407F-A95E-D8E93F3B11ED}" presName="node" presStyleLbl="node1" presStyleIdx="1" presStyleCnt="9">
        <dgm:presLayoutVars>
          <dgm:bulletEnabled val="1"/>
        </dgm:presLayoutVars>
      </dgm:prSet>
      <dgm:spPr/>
    </dgm:pt>
    <dgm:pt modelId="{3360911F-9F4F-4164-90EE-5E8975CA0D5F}" type="pres">
      <dgm:prSet presAssocID="{A72D3BEE-D4B7-4494-A774-E5EE33A3D897}" presName="sibTrans" presStyleCnt="0"/>
      <dgm:spPr/>
    </dgm:pt>
    <dgm:pt modelId="{3338D48B-8B9C-43FA-9DB3-2FF699BBA6D0}" type="pres">
      <dgm:prSet presAssocID="{D94FACB7-262E-44AE-95F9-6AC7D75B455D}" presName="node" presStyleLbl="node1" presStyleIdx="2" presStyleCnt="9">
        <dgm:presLayoutVars>
          <dgm:bulletEnabled val="1"/>
        </dgm:presLayoutVars>
      </dgm:prSet>
      <dgm:spPr/>
    </dgm:pt>
    <dgm:pt modelId="{A8EE0F75-60D6-4E9E-8D5B-3FD5B8CA9269}" type="pres">
      <dgm:prSet presAssocID="{36FDD558-4413-43B9-ABCD-93F67370A983}" presName="sibTrans" presStyleCnt="0"/>
      <dgm:spPr/>
    </dgm:pt>
    <dgm:pt modelId="{5AD31863-0731-4691-8CD9-72118AF780F1}" type="pres">
      <dgm:prSet presAssocID="{D9A0AF75-38DF-4BC2-9B07-2AA725727E35}" presName="node" presStyleLbl="node1" presStyleIdx="3" presStyleCnt="9">
        <dgm:presLayoutVars>
          <dgm:bulletEnabled val="1"/>
        </dgm:presLayoutVars>
      </dgm:prSet>
      <dgm:spPr/>
    </dgm:pt>
    <dgm:pt modelId="{EF69BB5D-6F8E-4C40-A3C0-543EEEE9E044}" type="pres">
      <dgm:prSet presAssocID="{D5E0B4A7-2CE5-468A-B9CC-CB2267A578D9}" presName="sibTrans" presStyleCnt="0"/>
      <dgm:spPr/>
    </dgm:pt>
    <dgm:pt modelId="{C487AC22-F72E-4897-83DA-B907D4ED7F6F}" type="pres">
      <dgm:prSet presAssocID="{CB648D31-8AA1-46A5-96AD-231979C291D5}" presName="node" presStyleLbl="node1" presStyleIdx="4" presStyleCnt="9">
        <dgm:presLayoutVars>
          <dgm:bulletEnabled val="1"/>
        </dgm:presLayoutVars>
      </dgm:prSet>
      <dgm:spPr/>
    </dgm:pt>
    <dgm:pt modelId="{89E48684-BD72-4FE3-BA54-E5E9523AE42C}" type="pres">
      <dgm:prSet presAssocID="{C01CD50A-8267-4214-BC98-398CDC421B30}" presName="sibTrans" presStyleCnt="0"/>
      <dgm:spPr/>
    </dgm:pt>
    <dgm:pt modelId="{0EF0E2CF-21ED-4C6D-9176-4F18A614F14D}" type="pres">
      <dgm:prSet presAssocID="{484AB192-B06D-4176-B848-A988CCF97858}" presName="node" presStyleLbl="node1" presStyleIdx="5" presStyleCnt="9">
        <dgm:presLayoutVars>
          <dgm:bulletEnabled val="1"/>
        </dgm:presLayoutVars>
      </dgm:prSet>
      <dgm:spPr/>
    </dgm:pt>
    <dgm:pt modelId="{05915EF8-F947-4929-813C-5842820C736B}" type="pres">
      <dgm:prSet presAssocID="{53ED3874-2903-466C-8B9D-0DCE600EDEB2}" presName="sibTrans" presStyleCnt="0"/>
      <dgm:spPr/>
    </dgm:pt>
    <dgm:pt modelId="{9634CBF1-6DA6-42A9-9990-B9FC80ECD26D}" type="pres">
      <dgm:prSet presAssocID="{49FCA14B-B7E8-4378-9521-F231A8E021C0}" presName="node" presStyleLbl="node1" presStyleIdx="6" presStyleCnt="9">
        <dgm:presLayoutVars>
          <dgm:bulletEnabled val="1"/>
        </dgm:presLayoutVars>
      </dgm:prSet>
      <dgm:spPr/>
    </dgm:pt>
    <dgm:pt modelId="{5157EB0A-6567-47FB-99B0-B6B3160CE152}" type="pres">
      <dgm:prSet presAssocID="{55FF1770-0959-4C32-ACF5-3A294F4CD632}" presName="sibTrans" presStyleCnt="0"/>
      <dgm:spPr/>
    </dgm:pt>
    <dgm:pt modelId="{45374A10-121B-42E4-B902-F5813FBD9333}" type="pres">
      <dgm:prSet presAssocID="{C3EE4767-B1C1-452C-8C34-6744F5C403DD}" presName="node" presStyleLbl="node1" presStyleIdx="7" presStyleCnt="9">
        <dgm:presLayoutVars>
          <dgm:bulletEnabled val="1"/>
        </dgm:presLayoutVars>
      </dgm:prSet>
      <dgm:spPr/>
    </dgm:pt>
    <dgm:pt modelId="{8462A007-73B3-49E1-A959-0274175D6C5C}" type="pres">
      <dgm:prSet presAssocID="{3EDD6964-557D-451A-847C-F48D784D4662}" presName="sibTrans" presStyleCnt="0"/>
      <dgm:spPr/>
    </dgm:pt>
    <dgm:pt modelId="{4A3C9D04-E86E-4E33-BF68-9AAE9BDFFA9F}" type="pres">
      <dgm:prSet presAssocID="{262D57AA-D910-4FA9-9095-15BE3D0E5C19}" presName="node" presStyleLbl="node1" presStyleIdx="8" presStyleCnt="9">
        <dgm:presLayoutVars>
          <dgm:bulletEnabled val="1"/>
        </dgm:presLayoutVars>
      </dgm:prSet>
      <dgm:spPr/>
    </dgm:pt>
  </dgm:ptLst>
  <dgm:cxnLst>
    <dgm:cxn modelId="{C4F14E29-C0D0-4948-99B0-73F6CB2511D2}" srcId="{6A19E7D4-0F80-4859-BD0D-34935F11C213}" destId="{CB648D31-8AA1-46A5-96AD-231979C291D5}" srcOrd="4" destOrd="0" parTransId="{2E82705A-7F2E-41E7-A6D0-5807B504A5FD}" sibTransId="{C01CD50A-8267-4214-BC98-398CDC421B30}"/>
    <dgm:cxn modelId="{3DDB1A34-3BE5-4A2E-A2BD-4CC42F0BCB4C}" type="presOf" srcId="{CB648D31-8AA1-46A5-96AD-231979C291D5}" destId="{C487AC22-F72E-4897-83DA-B907D4ED7F6F}" srcOrd="0" destOrd="0" presId="urn:microsoft.com/office/officeart/2005/8/layout/default"/>
    <dgm:cxn modelId="{F64CB741-6D23-4618-9010-E2624BD60829}" type="presOf" srcId="{384D222F-C287-407F-A95E-D8E93F3B11ED}" destId="{24E82109-5C8F-422A-89DC-9B734C9A26EC}" srcOrd="0" destOrd="0" presId="urn:microsoft.com/office/officeart/2005/8/layout/default"/>
    <dgm:cxn modelId="{939D2C44-E679-473E-A9CC-5FC33B7DABC3}" srcId="{6A19E7D4-0F80-4859-BD0D-34935F11C213}" destId="{484AB192-B06D-4176-B848-A988CCF97858}" srcOrd="5" destOrd="0" parTransId="{C7F14EFF-B7C2-4761-AA02-0C98218CEBE1}" sibTransId="{53ED3874-2903-466C-8B9D-0DCE600EDEB2}"/>
    <dgm:cxn modelId="{5457994A-4E2C-4B8A-9F28-238F920DF587}" srcId="{6A19E7D4-0F80-4859-BD0D-34935F11C213}" destId="{49FCA14B-B7E8-4378-9521-F231A8E021C0}" srcOrd="6" destOrd="0" parTransId="{3CC69A5A-C9FB-4A08-BF56-DC25A71203AE}" sibTransId="{55FF1770-0959-4C32-ACF5-3A294F4CD632}"/>
    <dgm:cxn modelId="{32736071-DC08-4D36-95E9-09BB0427A034}" srcId="{6A19E7D4-0F80-4859-BD0D-34935F11C213}" destId="{D9A0AF75-38DF-4BC2-9B07-2AA725727E35}" srcOrd="3" destOrd="0" parTransId="{2FC09C75-B288-48FD-9F3F-4EF84D969C38}" sibTransId="{D5E0B4A7-2CE5-468A-B9CC-CB2267A578D9}"/>
    <dgm:cxn modelId="{74311A83-E121-44C1-B7CF-776E1B2E1B4A}" srcId="{6A19E7D4-0F80-4859-BD0D-34935F11C213}" destId="{384D222F-C287-407F-A95E-D8E93F3B11ED}" srcOrd="1" destOrd="0" parTransId="{C87048EC-90A9-485E-B048-DE96B7CBF878}" sibTransId="{A72D3BEE-D4B7-4494-A774-E5EE33A3D897}"/>
    <dgm:cxn modelId="{A8A98A91-0500-444D-AE3A-AAF6D7C72C18}" type="presOf" srcId="{D9A0AF75-38DF-4BC2-9B07-2AA725727E35}" destId="{5AD31863-0731-4691-8CD9-72118AF780F1}" srcOrd="0" destOrd="0" presId="urn:microsoft.com/office/officeart/2005/8/layout/default"/>
    <dgm:cxn modelId="{81195D94-2BA6-45E3-BA94-F151995E7E4F}" type="presOf" srcId="{262D57AA-D910-4FA9-9095-15BE3D0E5C19}" destId="{4A3C9D04-E86E-4E33-BF68-9AAE9BDFFA9F}" srcOrd="0" destOrd="0" presId="urn:microsoft.com/office/officeart/2005/8/layout/default"/>
    <dgm:cxn modelId="{066AC996-86B4-4731-B5EF-4B5A9CC2EA41}" type="presOf" srcId="{484AB192-B06D-4176-B848-A988CCF97858}" destId="{0EF0E2CF-21ED-4C6D-9176-4F18A614F14D}" srcOrd="0" destOrd="0" presId="urn:microsoft.com/office/officeart/2005/8/layout/default"/>
    <dgm:cxn modelId="{3D97309F-99DF-4982-B785-5CB0D182E3E5}" srcId="{6A19E7D4-0F80-4859-BD0D-34935F11C213}" destId="{262D57AA-D910-4FA9-9095-15BE3D0E5C19}" srcOrd="8" destOrd="0" parTransId="{E4B88868-F9CE-4598-9C1D-25F13989E977}" sibTransId="{F24745B4-8774-4AB0-94D4-337A513EFD92}"/>
    <dgm:cxn modelId="{A873A0C1-C945-47BD-BF3B-AD64D4367772}" srcId="{6A19E7D4-0F80-4859-BD0D-34935F11C213}" destId="{D94FACB7-262E-44AE-95F9-6AC7D75B455D}" srcOrd="2" destOrd="0" parTransId="{C04931BF-4FB9-4AB1-A666-80C680FDECE7}" sibTransId="{36FDD558-4413-43B9-ABCD-93F67370A983}"/>
    <dgm:cxn modelId="{6E118DCC-0329-4106-84B3-8E0FC0E57B0B}" type="presOf" srcId="{C3EE4767-B1C1-452C-8C34-6744F5C403DD}" destId="{45374A10-121B-42E4-B902-F5813FBD9333}" srcOrd="0" destOrd="0" presId="urn:microsoft.com/office/officeart/2005/8/layout/default"/>
    <dgm:cxn modelId="{05BEC4D2-97C0-4698-AFD2-1EFD93EF9AC2}" type="presOf" srcId="{49FCA14B-B7E8-4378-9521-F231A8E021C0}" destId="{9634CBF1-6DA6-42A9-9990-B9FC80ECD26D}" srcOrd="0" destOrd="0" presId="urn:microsoft.com/office/officeart/2005/8/layout/default"/>
    <dgm:cxn modelId="{C179D2D2-D750-4EAD-BBCD-BDE525E8D65B}" type="presOf" srcId="{D94FACB7-262E-44AE-95F9-6AC7D75B455D}" destId="{3338D48B-8B9C-43FA-9DB3-2FF699BBA6D0}" srcOrd="0" destOrd="0" presId="urn:microsoft.com/office/officeart/2005/8/layout/default"/>
    <dgm:cxn modelId="{17F0FCE1-CC70-4542-85CA-D1DEFE1B623A}" srcId="{6A19E7D4-0F80-4859-BD0D-34935F11C213}" destId="{0A36A9B8-3725-453F-97A1-2FDB6A7A8371}" srcOrd="0" destOrd="0" parTransId="{5A393796-FDEB-4AEB-BAF9-9D6D60702CB6}" sibTransId="{8516CDEB-0C9E-446C-91EE-8D923A474B12}"/>
    <dgm:cxn modelId="{BD449DF0-B6A0-4626-A315-D4EF2C69820F}" type="presOf" srcId="{0A36A9B8-3725-453F-97A1-2FDB6A7A8371}" destId="{4E8ABB29-3081-46ED-8F38-0EA9E5479A42}" srcOrd="0" destOrd="0" presId="urn:microsoft.com/office/officeart/2005/8/layout/default"/>
    <dgm:cxn modelId="{81AD11F2-7ABC-45A8-838F-ADA06915139C}" srcId="{6A19E7D4-0F80-4859-BD0D-34935F11C213}" destId="{C3EE4767-B1C1-452C-8C34-6744F5C403DD}" srcOrd="7" destOrd="0" parTransId="{E4C1342F-41CA-4874-A8AC-8766A70084BF}" sibTransId="{3EDD6964-557D-451A-847C-F48D784D4662}"/>
    <dgm:cxn modelId="{C06B68FC-17EB-4B79-AFCC-25F86F5A97AD}" type="presOf" srcId="{6A19E7D4-0F80-4859-BD0D-34935F11C213}" destId="{4B2606B3-D140-4EAD-A858-D3938F422AC3}" srcOrd="0" destOrd="0" presId="urn:microsoft.com/office/officeart/2005/8/layout/default"/>
    <dgm:cxn modelId="{17C255A7-BC77-46D5-B759-949268CAEE1C}" type="presParOf" srcId="{4B2606B3-D140-4EAD-A858-D3938F422AC3}" destId="{4E8ABB29-3081-46ED-8F38-0EA9E5479A42}" srcOrd="0" destOrd="0" presId="urn:microsoft.com/office/officeart/2005/8/layout/default"/>
    <dgm:cxn modelId="{960D4818-D8FE-4B52-BD34-DC673AE05ECA}" type="presParOf" srcId="{4B2606B3-D140-4EAD-A858-D3938F422AC3}" destId="{05B4C7F6-B4B2-4915-8D3A-771E73D699D4}" srcOrd="1" destOrd="0" presId="urn:microsoft.com/office/officeart/2005/8/layout/default"/>
    <dgm:cxn modelId="{FF0566B1-3BA6-496F-92E9-7FDB00B712F3}" type="presParOf" srcId="{4B2606B3-D140-4EAD-A858-D3938F422AC3}" destId="{24E82109-5C8F-422A-89DC-9B734C9A26EC}" srcOrd="2" destOrd="0" presId="urn:microsoft.com/office/officeart/2005/8/layout/default"/>
    <dgm:cxn modelId="{DE349B2D-44C7-44A4-B1A4-E9161FA6B7F2}" type="presParOf" srcId="{4B2606B3-D140-4EAD-A858-D3938F422AC3}" destId="{3360911F-9F4F-4164-90EE-5E8975CA0D5F}" srcOrd="3" destOrd="0" presId="urn:microsoft.com/office/officeart/2005/8/layout/default"/>
    <dgm:cxn modelId="{44BD261B-8921-404D-B51F-4A4EA5816F35}" type="presParOf" srcId="{4B2606B3-D140-4EAD-A858-D3938F422AC3}" destId="{3338D48B-8B9C-43FA-9DB3-2FF699BBA6D0}" srcOrd="4" destOrd="0" presId="urn:microsoft.com/office/officeart/2005/8/layout/default"/>
    <dgm:cxn modelId="{73ABFEAD-A69A-4F22-899C-F1DF559D8732}" type="presParOf" srcId="{4B2606B3-D140-4EAD-A858-D3938F422AC3}" destId="{A8EE0F75-60D6-4E9E-8D5B-3FD5B8CA9269}" srcOrd="5" destOrd="0" presId="urn:microsoft.com/office/officeart/2005/8/layout/default"/>
    <dgm:cxn modelId="{20EF12EF-8ADF-4724-B403-38E82DFD24DD}" type="presParOf" srcId="{4B2606B3-D140-4EAD-A858-D3938F422AC3}" destId="{5AD31863-0731-4691-8CD9-72118AF780F1}" srcOrd="6" destOrd="0" presId="urn:microsoft.com/office/officeart/2005/8/layout/default"/>
    <dgm:cxn modelId="{8549FCDD-87D2-4A93-8D66-DD438B89EDE2}" type="presParOf" srcId="{4B2606B3-D140-4EAD-A858-D3938F422AC3}" destId="{EF69BB5D-6F8E-4C40-A3C0-543EEEE9E044}" srcOrd="7" destOrd="0" presId="urn:microsoft.com/office/officeart/2005/8/layout/default"/>
    <dgm:cxn modelId="{F58A7DD2-AD6F-4330-AA90-A29A30866622}" type="presParOf" srcId="{4B2606B3-D140-4EAD-A858-D3938F422AC3}" destId="{C487AC22-F72E-4897-83DA-B907D4ED7F6F}" srcOrd="8" destOrd="0" presId="urn:microsoft.com/office/officeart/2005/8/layout/default"/>
    <dgm:cxn modelId="{E985B56E-FB07-4AD9-91AF-BDF784830979}" type="presParOf" srcId="{4B2606B3-D140-4EAD-A858-D3938F422AC3}" destId="{89E48684-BD72-4FE3-BA54-E5E9523AE42C}" srcOrd="9" destOrd="0" presId="urn:microsoft.com/office/officeart/2005/8/layout/default"/>
    <dgm:cxn modelId="{089A9B41-5DF6-4CC1-881D-9C5635B4A268}" type="presParOf" srcId="{4B2606B3-D140-4EAD-A858-D3938F422AC3}" destId="{0EF0E2CF-21ED-4C6D-9176-4F18A614F14D}" srcOrd="10" destOrd="0" presId="urn:microsoft.com/office/officeart/2005/8/layout/default"/>
    <dgm:cxn modelId="{729C0048-B9B4-4E23-8E6C-6F058B9103B0}" type="presParOf" srcId="{4B2606B3-D140-4EAD-A858-D3938F422AC3}" destId="{05915EF8-F947-4929-813C-5842820C736B}" srcOrd="11" destOrd="0" presId="urn:microsoft.com/office/officeart/2005/8/layout/default"/>
    <dgm:cxn modelId="{7584DDA3-0193-4F86-BF45-1A50700F681C}" type="presParOf" srcId="{4B2606B3-D140-4EAD-A858-D3938F422AC3}" destId="{9634CBF1-6DA6-42A9-9990-B9FC80ECD26D}" srcOrd="12" destOrd="0" presId="urn:microsoft.com/office/officeart/2005/8/layout/default"/>
    <dgm:cxn modelId="{4C717A6C-386C-4E9B-A2A2-5DA8F77913C2}" type="presParOf" srcId="{4B2606B3-D140-4EAD-A858-D3938F422AC3}" destId="{5157EB0A-6567-47FB-99B0-B6B3160CE152}" srcOrd="13" destOrd="0" presId="urn:microsoft.com/office/officeart/2005/8/layout/default"/>
    <dgm:cxn modelId="{C8150103-4FDA-46DC-A10D-186B5E4EF85D}" type="presParOf" srcId="{4B2606B3-D140-4EAD-A858-D3938F422AC3}" destId="{45374A10-121B-42E4-B902-F5813FBD9333}" srcOrd="14" destOrd="0" presId="urn:microsoft.com/office/officeart/2005/8/layout/default"/>
    <dgm:cxn modelId="{8816212E-D969-4387-B191-803AD03EC698}" type="presParOf" srcId="{4B2606B3-D140-4EAD-A858-D3938F422AC3}" destId="{8462A007-73B3-49E1-A959-0274175D6C5C}" srcOrd="15" destOrd="0" presId="urn:microsoft.com/office/officeart/2005/8/layout/default"/>
    <dgm:cxn modelId="{B4067483-1F6E-4D95-93A9-05203A55D054}" type="presParOf" srcId="{4B2606B3-D140-4EAD-A858-D3938F422AC3}" destId="{4A3C9D04-E86E-4E33-BF68-9AAE9BDFFA9F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31F3E40-4F89-43B2-96A2-0F7541F3F56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2BC4940-FB8D-41B6-AA16-18D55587BBF3}">
      <dgm:prSet/>
      <dgm:spPr/>
      <dgm:t>
        <a:bodyPr/>
        <a:lstStyle/>
        <a:p>
          <a:r>
            <a:rPr lang="en-US" b="1"/>
            <a:t>Democratic Practices</a:t>
          </a:r>
          <a:endParaRPr lang="en-US"/>
        </a:p>
      </dgm:t>
    </dgm:pt>
    <dgm:pt modelId="{0E572275-597C-4B3C-B89C-0E9D5BE6E208}" type="parTrans" cxnId="{76860692-BBA8-4595-A884-05ADD284B5E6}">
      <dgm:prSet/>
      <dgm:spPr/>
      <dgm:t>
        <a:bodyPr/>
        <a:lstStyle/>
        <a:p>
          <a:endParaRPr lang="en-US"/>
        </a:p>
      </dgm:t>
    </dgm:pt>
    <dgm:pt modelId="{5A3083BA-95AB-47A2-A019-38F61C3E89EE}" type="sibTrans" cxnId="{76860692-BBA8-4595-A884-05ADD284B5E6}">
      <dgm:prSet/>
      <dgm:spPr/>
      <dgm:t>
        <a:bodyPr/>
        <a:lstStyle/>
        <a:p>
          <a:endParaRPr lang="en-US"/>
        </a:p>
      </dgm:t>
    </dgm:pt>
    <dgm:pt modelId="{A5E5C98E-6113-4E12-A8FC-E00AC464B0F8}">
      <dgm:prSet/>
      <dgm:spPr/>
      <dgm:t>
        <a:bodyPr/>
        <a:lstStyle/>
        <a:p>
          <a:r>
            <a:rPr lang="en-US" dirty="0"/>
            <a:t>Full democracies averaging around </a:t>
          </a:r>
          <a:r>
            <a:rPr lang="en-US" b="1" dirty="0">
              <a:solidFill>
                <a:srgbClr val="00B0F0"/>
              </a:solidFill>
            </a:rPr>
            <a:t>73/100</a:t>
          </a:r>
          <a:r>
            <a:rPr lang="en-US" dirty="0">
              <a:solidFill>
                <a:srgbClr val="00B0F0"/>
              </a:solidFill>
            </a:rPr>
            <a:t>.</a:t>
          </a:r>
          <a:r>
            <a:rPr lang="en-US" dirty="0"/>
            <a:t> </a:t>
          </a:r>
        </a:p>
      </dgm:t>
    </dgm:pt>
    <dgm:pt modelId="{0C107F43-C13E-4F38-813A-BAC5D0445992}" type="parTrans" cxnId="{DBBB2050-90D7-42F3-B9A0-73D6AC5AA5B1}">
      <dgm:prSet/>
      <dgm:spPr/>
      <dgm:t>
        <a:bodyPr/>
        <a:lstStyle/>
        <a:p>
          <a:endParaRPr lang="en-US"/>
        </a:p>
      </dgm:t>
    </dgm:pt>
    <dgm:pt modelId="{B633E64C-C718-4A9E-8255-20B769F3E171}" type="sibTrans" cxnId="{DBBB2050-90D7-42F3-B9A0-73D6AC5AA5B1}">
      <dgm:prSet/>
      <dgm:spPr/>
      <dgm:t>
        <a:bodyPr/>
        <a:lstStyle/>
        <a:p>
          <a:endParaRPr lang="en-US"/>
        </a:p>
      </dgm:t>
    </dgm:pt>
    <dgm:pt modelId="{C84472CE-0D92-4426-B805-4A57FB5D5ED0}">
      <dgm:prSet/>
      <dgm:spPr/>
      <dgm:t>
        <a:bodyPr/>
        <a:lstStyle/>
        <a:p>
          <a:r>
            <a:rPr lang="en-US" b="1"/>
            <a:t>Communist-Leaning / Non-Democratic Practices</a:t>
          </a:r>
          <a:endParaRPr lang="en-US"/>
        </a:p>
      </dgm:t>
    </dgm:pt>
    <dgm:pt modelId="{11E4F16B-7EB7-4895-9251-CD0C9CC32859}" type="parTrans" cxnId="{201114E4-3E8A-40B3-B000-8AD5017B8184}">
      <dgm:prSet/>
      <dgm:spPr/>
      <dgm:t>
        <a:bodyPr/>
        <a:lstStyle/>
        <a:p>
          <a:endParaRPr lang="en-US"/>
        </a:p>
      </dgm:t>
    </dgm:pt>
    <dgm:pt modelId="{BA0D90C6-FD6E-4ECB-992B-5DB248A9556C}" type="sibTrans" cxnId="{201114E4-3E8A-40B3-B000-8AD5017B8184}">
      <dgm:prSet/>
      <dgm:spPr/>
      <dgm:t>
        <a:bodyPr/>
        <a:lstStyle/>
        <a:p>
          <a:endParaRPr lang="en-US"/>
        </a:p>
      </dgm:t>
    </dgm:pt>
    <dgm:pt modelId="{1B1822F7-D726-4398-A008-1F62D1918C28}">
      <dgm:prSet/>
      <dgm:spPr/>
      <dgm:t>
        <a:bodyPr/>
        <a:lstStyle/>
        <a:p>
          <a:r>
            <a:rPr lang="en-US" dirty="0"/>
            <a:t>Non-democratic regimes average around </a:t>
          </a:r>
          <a:r>
            <a:rPr lang="en-US" b="1" dirty="0">
              <a:solidFill>
                <a:srgbClr val="FF0000"/>
              </a:solidFill>
            </a:rPr>
            <a:t>33/100</a:t>
          </a:r>
          <a:r>
            <a:rPr lang="en-US" dirty="0"/>
            <a:t> in CPI.</a:t>
          </a:r>
        </a:p>
      </dgm:t>
    </dgm:pt>
    <dgm:pt modelId="{347DE7F4-15A1-474A-9714-E5652087C04B}" type="parTrans" cxnId="{D6027FE5-BFA0-4B44-9A19-0F480DCEA8EF}">
      <dgm:prSet/>
      <dgm:spPr/>
      <dgm:t>
        <a:bodyPr/>
        <a:lstStyle/>
        <a:p>
          <a:endParaRPr lang="en-US"/>
        </a:p>
      </dgm:t>
    </dgm:pt>
    <dgm:pt modelId="{11198F75-6069-4465-BF8C-8CD67FE15467}" type="sibTrans" cxnId="{D6027FE5-BFA0-4B44-9A19-0F480DCEA8EF}">
      <dgm:prSet/>
      <dgm:spPr/>
      <dgm:t>
        <a:bodyPr/>
        <a:lstStyle/>
        <a:p>
          <a:endParaRPr lang="en-US"/>
        </a:p>
      </dgm:t>
    </dgm:pt>
    <dgm:pt modelId="{7C01AB2E-7509-45D9-A190-A14FDF82671A}">
      <dgm:prSet/>
      <dgm:spPr/>
      <dgm:t>
        <a:bodyPr/>
        <a:lstStyle/>
        <a:p>
          <a:r>
            <a:rPr lang="en-US" b="1"/>
            <a:t>Fascist-Style / Closed Authoritarian Practices</a:t>
          </a:r>
          <a:endParaRPr lang="en-US"/>
        </a:p>
      </dgm:t>
    </dgm:pt>
    <dgm:pt modelId="{83814EFB-B5B0-4729-AB81-6B37C61BAAD1}" type="parTrans" cxnId="{A7B1C59D-5B4D-4F86-AFCA-0AFA85819C76}">
      <dgm:prSet/>
      <dgm:spPr/>
      <dgm:t>
        <a:bodyPr/>
        <a:lstStyle/>
        <a:p>
          <a:endParaRPr lang="en-US"/>
        </a:p>
      </dgm:t>
    </dgm:pt>
    <dgm:pt modelId="{D0027EE7-B9C8-4F7B-A926-6F8398D3C0C5}" type="sibTrans" cxnId="{A7B1C59D-5B4D-4F86-AFCA-0AFA85819C76}">
      <dgm:prSet/>
      <dgm:spPr/>
      <dgm:t>
        <a:bodyPr/>
        <a:lstStyle/>
        <a:p>
          <a:endParaRPr lang="en-US"/>
        </a:p>
      </dgm:t>
    </dgm:pt>
    <dgm:pt modelId="{04B48E2C-8636-46DE-BF35-F314216CE094}">
      <dgm:prSet/>
      <dgm:spPr/>
      <dgm:t>
        <a:bodyPr/>
        <a:lstStyle/>
        <a:p>
          <a:r>
            <a:rPr lang="en-US" dirty="0"/>
            <a:t>Authoritarian regimes often around </a:t>
          </a:r>
          <a:r>
            <a:rPr lang="en-US" b="1" dirty="0">
              <a:solidFill>
                <a:schemeClr val="accent5">
                  <a:lumMod val="50000"/>
                </a:schemeClr>
              </a:solidFill>
            </a:rPr>
            <a:t>29/100</a:t>
          </a:r>
          <a:r>
            <a:rPr lang="en-US" dirty="0">
              <a:solidFill>
                <a:schemeClr val="accent5">
                  <a:lumMod val="50000"/>
                </a:schemeClr>
              </a:solidFill>
            </a:rPr>
            <a:t>. </a:t>
          </a:r>
        </a:p>
      </dgm:t>
    </dgm:pt>
    <dgm:pt modelId="{A8639C39-58F0-4ED9-BD60-BDCFD39D6BE9}" type="parTrans" cxnId="{0F1B2FD1-7779-4E5C-AB7E-A89F4F344DED}">
      <dgm:prSet/>
      <dgm:spPr/>
      <dgm:t>
        <a:bodyPr/>
        <a:lstStyle/>
        <a:p>
          <a:endParaRPr lang="en-US"/>
        </a:p>
      </dgm:t>
    </dgm:pt>
    <dgm:pt modelId="{0471CF8F-4F57-41A3-918C-7A208CD61903}" type="sibTrans" cxnId="{0F1B2FD1-7779-4E5C-AB7E-A89F4F344DED}">
      <dgm:prSet/>
      <dgm:spPr/>
      <dgm:t>
        <a:bodyPr/>
        <a:lstStyle/>
        <a:p>
          <a:endParaRPr lang="en-US"/>
        </a:p>
      </dgm:t>
    </dgm:pt>
    <dgm:pt modelId="{B0ABA3A0-D290-4A59-B16C-909EE88DD843}" type="pres">
      <dgm:prSet presAssocID="{A31F3E40-4F89-43B2-96A2-0F7541F3F560}" presName="vert0" presStyleCnt="0">
        <dgm:presLayoutVars>
          <dgm:dir/>
          <dgm:animOne val="branch"/>
          <dgm:animLvl val="lvl"/>
        </dgm:presLayoutVars>
      </dgm:prSet>
      <dgm:spPr/>
    </dgm:pt>
    <dgm:pt modelId="{33E5A6BD-06CF-4382-9A3E-144154DC5DB3}" type="pres">
      <dgm:prSet presAssocID="{D2BC4940-FB8D-41B6-AA16-18D55587BBF3}" presName="thickLine" presStyleLbl="alignNode1" presStyleIdx="0" presStyleCnt="6"/>
      <dgm:spPr/>
    </dgm:pt>
    <dgm:pt modelId="{B3C68581-3ABB-4D7D-8E04-B2B7157EBA3C}" type="pres">
      <dgm:prSet presAssocID="{D2BC4940-FB8D-41B6-AA16-18D55587BBF3}" presName="horz1" presStyleCnt="0"/>
      <dgm:spPr/>
    </dgm:pt>
    <dgm:pt modelId="{542B8E8B-4968-4D9A-AC2A-5DE33E0C4D87}" type="pres">
      <dgm:prSet presAssocID="{D2BC4940-FB8D-41B6-AA16-18D55587BBF3}" presName="tx1" presStyleLbl="revTx" presStyleIdx="0" presStyleCnt="6"/>
      <dgm:spPr/>
    </dgm:pt>
    <dgm:pt modelId="{E2527B78-FAB3-43F8-8BA9-25BE42BCF6BF}" type="pres">
      <dgm:prSet presAssocID="{D2BC4940-FB8D-41B6-AA16-18D55587BBF3}" presName="vert1" presStyleCnt="0"/>
      <dgm:spPr/>
    </dgm:pt>
    <dgm:pt modelId="{9945F3E9-296B-4E2C-BAD6-F735AB4474C9}" type="pres">
      <dgm:prSet presAssocID="{A5E5C98E-6113-4E12-A8FC-E00AC464B0F8}" presName="thickLine" presStyleLbl="alignNode1" presStyleIdx="1" presStyleCnt="6"/>
      <dgm:spPr/>
    </dgm:pt>
    <dgm:pt modelId="{F232556B-CC13-42ED-9023-F64868BA96DA}" type="pres">
      <dgm:prSet presAssocID="{A5E5C98E-6113-4E12-A8FC-E00AC464B0F8}" presName="horz1" presStyleCnt="0"/>
      <dgm:spPr/>
    </dgm:pt>
    <dgm:pt modelId="{B4C79CB3-BD73-4F17-AA70-4EA2807F3776}" type="pres">
      <dgm:prSet presAssocID="{A5E5C98E-6113-4E12-A8FC-E00AC464B0F8}" presName="tx1" presStyleLbl="revTx" presStyleIdx="1" presStyleCnt="6"/>
      <dgm:spPr/>
    </dgm:pt>
    <dgm:pt modelId="{2B7A1B07-7E9A-4F03-8731-A5A3BAEC39C0}" type="pres">
      <dgm:prSet presAssocID="{A5E5C98E-6113-4E12-A8FC-E00AC464B0F8}" presName="vert1" presStyleCnt="0"/>
      <dgm:spPr/>
    </dgm:pt>
    <dgm:pt modelId="{CCB4CD26-DF37-48FC-8735-56E171272CF2}" type="pres">
      <dgm:prSet presAssocID="{C84472CE-0D92-4426-B805-4A57FB5D5ED0}" presName="thickLine" presStyleLbl="alignNode1" presStyleIdx="2" presStyleCnt="6"/>
      <dgm:spPr/>
    </dgm:pt>
    <dgm:pt modelId="{ECB55C4A-BF01-45CD-9EB0-5A5902C18672}" type="pres">
      <dgm:prSet presAssocID="{C84472CE-0D92-4426-B805-4A57FB5D5ED0}" presName="horz1" presStyleCnt="0"/>
      <dgm:spPr/>
    </dgm:pt>
    <dgm:pt modelId="{42DFF100-6BD6-421F-B91A-130551674A83}" type="pres">
      <dgm:prSet presAssocID="{C84472CE-0D92-4426-B805-4A57FB5D5ED0}" presName="tx1" presStyleLbl="revTx" presStyleIdx="2" presStyleCnt="6"/>
      <dgm:spPr/>
    </dgm:pt>
    <dgm:pt modelId="{F91DADF4-F001-4D1E-897A-A2104536C553}" type="pres">
      <dgm:prSet presAssocID="{C84472CE-0D92-4426-B805-4A57FB5D5ED0}" presName="vert1" presStyleCnt="0"/>
      <dgm:spPr/>
    </dgm:pt>
    <dgm:pt modelId="{D96E3297-4C59-49B4-A6D8-5CF81D0E36F8}" type="pres">
      <dgm:prSet presAssocID="{1B1822F7-D726-4398-A008-1F62D1918C28}" presName="thickLine" presStyleLbl="alignNode1" presStyleIdx="3" presStyleCnt="6"/>
      <dgm:spPr/>
    </dgm:pt>
    <dgm:pt modelId="{05B1A86F-4D1D-45B0-8B61-31B9C5EF4BC5}" type="pres">
      <dgm:prSet presAssocID="{1B1822F7-D726-4398-A008-1F62D1918C28}" presName="horz1" presStyleCnt="0"/>
      <dgm:spPr/>
    </dgm:pt>
    <dgm:pt modelId="{E545C031-64D4-4287-AFB4-436EE2437F4A}" type="pres">
      <dgm:prSet presAssocID="{1B1822F7-D726-4398-A008-1F62D1918C28}" presName="tx1" presStyleLbl="revTx" presStyleIdx="3" presStyleCnt="6"/>
      <dgm:spPr/>
    </dgm:pt>
    <dgm:pt modelId="{B1B4C562-2FFC-4C6B-81BF-3DFB20B3C1F0}" type="pres">
      <dgm:prSet presAssocID="{1B1822F7-D726-4398-A008-1F62D1918C28}" presName="vert1" presStyleCnt="0"/>
      <dgm:spPr/>
    </dgm:pt>
    <dgm:pt modelId="{83C94EC4-013A-4F88-BD52-8F65887FF042}" type="pres">
      <dgm:prSet presAssocID="{7C01AB2E-7509-45D9-A190-A14FDF82671A}" presName="thickLine" presStyleLbl="alignNode1" presStyleIdx="4" presStyleCnt="6"/>
      <dgm:spPr/>
    </dgm:pt>
    <dgm:pt modelId="{86BD20BD-3EC2-43D9-BFCC-3E8C0FC2460C}" type="pres">
      <dgm:prSet presAssocID="{7C01AB2E-7509-45D9-A190-A14FDF82671A}" presName="horz1" presStyleCnt="0"/>
      <dgm:spPr/>
    </dgm:pt>
    <dgm:pt modelId="{37D1F90A-1F6B-46CB-A387-06D472413B74}" type="pres">
      <dgm:prSet presAssocID="{7C01AB2E-7509-45D9-A190-A14FDF82671A}" presName="tx1" presStyleLbl="revTx" presStyleIdx="4" presStyleCnt="6"/>
      <dgm:spPr/>
    </dgm:pt>
    <dgm:pt modelId="{A4A33329-AFA3-4A96-B2B6-C26EE311EA5C}" type="pres">
      <dgm:prSet presAssocID="{7C01AB2E-7509-45D9-A190-A14FDF82671A}" presName="vert1" presStyleCnt="0"/>
      <dgm:spPr/>
    </dgm:pt>
    <dgm:pt modelId="{D2EA413A-A9C6-4987-A440-768EA42D87C9}" type="pres">
      <dgm:prSet presAssocID="{04B48E2C-8636-46DE-BF35-F314216CE094}" presName="thickLine" presStyleLbl="alignNode1" presStyleIdx="5" presStyleCnt="6"/>
      <dgm:spPr/>
    </dgm:pt>
    <dgm:pt modelId="{870FCB93-5D87-49EB-9C31-582567418733}" type="pres">
      <dgm:prSet presAssocID="{04B48E2C-8636-46DE-BF35-F314216CE094}" presName="horz1" presStyleCnt="0"/>
      <dgm:spPr/>
    </dgm:pt>
    <dgm:pt modelId="{DCCCD75A-F19B-4BFD-925E-5E2FDDEB6B13}" type="pres">
      <dgm:prSet presAssocID="{04B48E2C-8636-46DE-BF35-F314216CE094}" presName="tx1" presStyleLbl="revTx" presStyleIdx="5" presStyleCnt="6"/>
      <dgm:spPr/>
    </dgm:pt>
    <dgm:pt modelId="{7CDD7E08-9772-466D-8811-824F37634BA7}" type="pres">
      <dgm:prSet presAssocID="{04B48E2C-8636-46DE-BF35-F314216CE094}" presName="vert1" presStyleCnt="0"/>
      <dgm:spPr/>
    </dgm:pt>
  </dgm:ptLst>
  <dgm:cxnLst>
    <dgm:cxn modelId="{2553575B-CC9F-4C8D-A589-7885271DCE6B}" type="presOf" srcId="{A31F3E40-4F89-43B2-96A2-0F7541F3F560}" destId="{B0ABA3A0-D290-4A59-B16C-909EE88DD843}" srcOrd="0" destOrd="0" presId="urn:microsoft.com/office/officeart/2008/layout/LinedList"/>
    <dgm:cxn modelId="{167B9448-AC72-4EEB-96C2-D2CAA842B108}" type="presOf" srcId="{A5E5C98E-6113-4E12-A8FC-E00AC464B0F8}" destId="{B4C79CB3-BD73-4F17-AA70-4EA2807F3776}" srcOrd="0" destOrd="0" presId="urn:microsoft.com/office/officeart/2008/layout/LinedList"/>
    <dgm:cxn modelId="{DBBB2050-90D7-42F3-B9A0-73D6AC5AA5B1}" srcId="{A31F3E40-4F89-43B2-96A2-0F7541F3F560}" destId="{A5E5C98E-6113-4E12-A8FC-E00AC464B0F8}" srcOrd="1" destOrd="0" parTransId="{0C107F43-C13E-4F38-813A-BAC5D0445992}" sibTransId="{B633E64C-C718-4A9E-8255-20B769F3E171}"/>
    <dgm:cxn modelId="{3BEFE576-04B0-4B6E-A4FF-B4F58A8792A3}" type="presOf" srcId="{C84472CE-0D92-4426-B805-4A57FB5D5ED0}" destId="{42DFF100-6BD6-421F-B91A-130551674A83}" srcOrd="0" destOrd="0" presId="urn:microsoft.com/office/officeart/2008/layout/LinedList"/>
    <dgm:cxn modelId="{065C3258-4C80-4784-8029-EABADBA0FA8C}" type="presOf" srcId="{D2BC4940-FB8D-41B6-AA16-18D55587BBF3}" destId="{542B8E8B-4968-4D9A-AC2A-5DE33E0C4D87}" srcOrd="0" destOrd="0" presId="urn:microsoft.com/office/officeart/2008/layout/LinedList"/>
    <dgm:cxn modelId="{BAB32088-5E28-49AA-8D59-BCDA51281A20}" type="presOf" srcId="{7C01AB2E-7509-45D9-A190-A14FDF82671A}" destId="{37D1F90A-1F6B-46CB-A387-06D472413B74}" srcOrd="0" destOrd="0" presId="urn:microsoft.com/office/officeart/2008/layout/LinedList"/>
    <dgm:cxn modelId="{76860692-BBA8-4595-A884-05ADD284B5E6}" srcId="{A31F3E40-4F89-43B2-96A2-0F7541F3F560}" destId="{D2BC4940-FB8D-41B6-AA16-18D55587BBF3}" srcOrd="0" destOrd="0" parTransId="{0E572275-597C-4B3C-B89C-0E9D5BE6E208}" sibTransId="{5A3083BA-95AB-47A2-A019-38F61C3E89EE}"/>
    <dgm:cxn modelId="{A7B1C59D-5B4D-4F86-AFCA-0AFA85819C76}" srcId="{A31F3E40-4F89-43B2-96A2-0F7541F3F560}" destId="{7C01AB2E-7509-45D9-A190-A14FDF82671A}" srcOrd="4" destOrd="0" parTransId="{83814EFB-B5B0-4729-AB81-6B37C61BAAD1}" sibTransId="{D0027EE7-B9C8-4F7B-A926-6F8398D3C0C5}"/>
    <dgm:cxn modelId="{993DD0B3-6BEE-4695-B02C-D61E22CFCA01}" type="presOf" srcId="{1B1822F7-D726-4398-A008-1F62D1918C28}" destId="{E545C031-64D4-4287-AFB4-436EE2437F4A}" srcOrd="0" destOrd="0" presId="urn:microsoft.com/office/officeart/2008/layout/LinedList"/>
    <dgm:cxn modelId="{175A0ABF-46D2-49FE-BC21-3DBEB28CED7E}" type="presOf" srcId="{04B48E2C-8636-46DE-BF35-F314216CE094}" destId="{DCCCD75A-F19B-4BFD-925E-5E2FDDEB6B13}" srcOrd="0" destOrd="0" presId="urn:microsoft.com/office/officeart/2008/layout/LinedList"/>
    <dgm:cxn modelId="{0F1B2FD1-7779-4E5C-AB7E-A89F4F344DED}" srcId="{A31F3E40-4F89-43B2-96A2-0F7541F3F560}" destId="{04B48E2C-8636-46DE-BF35-F314216CE094}" srcOrd="5" destOrd="0" parTransId="{A8639C39-58F0-4ED9-BD60-BDCFD39D6BE9}" sibTransId="{0471CF8F-4F57-41A3-918C-7A208CD61903}"/>
    <dgm:cxn modelId="{201114E4-3E8A-40B3-B000-8AD5017B8184}" srcId="{A31F3E40-4F89-43B2-96A2-0F7541F3F560}" destId="{C84472CE-0D92-4426-B805-4A57FB5D5ED0}" srcOrd="2" destOrd="0" parTransId="{11E4F16B-7EB7-4895-9251-CD0C9CC32859}" sibTransId="{BA0D90C6-FD6E-4ECB-992B-5DB248A9556C}"/>
    <dgm:cxn modelId="{D6027FE5-BFA0-4B44-9A19-0F480DCEA8EF}" srcId="{A31F3E40-4F89-43B2-96A2-0F7541F3F560}" destId="{1B1822F7-D726-4398-A008-1F62D1918C28}" srcOrd="3" destOrd="0" parTransId="{347DE7F4-15A1-474A-9714-E5652087C04B}" sibTransId="{11198F75-6069-4465-BF8C-8CD67FE15467}"/>
    <dgm:cxn modelId="{98B688E4-CB46-4510-935E-3E2610A3E155}" type="presParOf" srcId="{B0ABA3A0-D290-4A59-B16C-909EE88DD843}" destId="{33E5A6BD-06CF-4382-9A3E-144154DC5DB3}" srcOrd="0" destOrd="0" presId="urn:microsoft.com/office/officeart/2008/layout/LinedList"/>
    <dgm:cxn modelId="{76696D1A-8148-41C5-846C-AE550AF07F4D}" type="presParOf" srcId="{B0ABA3A0-D290-4A59-B16C-909EE88DD843}" destId="{B3C68581-3ABB-4D7D-8E04-B2B7157EBA3C}" srcOrd="1" destOrd="0" presId="urn:microsoft.com/office/officeart/2008/layout/LinedList"/>
    <dgm:cxn modelId="{E6C6549E-89FB-4E03-B53B-96262B3664EA}" type="presParOf" srcId="{B3C68581-3ABB-4D7D-8E04-B2B7157EBA3C}" destId="{542B8E8B-4968-4D9A-AC2A-5DE33E0C4D87}" srcOrd="0" destOrd="0" presId="urn:microsoft.com/office/officeart/2008/layout/LinedList"/>
    <dgm:cxn modelId="{FE9F668A-B50A-4FE2-9E3C-1D453EF4E7BC}" type="presParOf" srcId="{B3C68581-3ABB-4D7D-8E04-B2B7157EBA3C}" destId="{E2527B78-FAB3-43F8-8BA9-25BE42BCF6BF}" srcOrd="1" destOrd="0" presId="urn:microsoft.com/office/officeart/2008/layout/LinedList"/>
    <dgm:cxn modelId="{65B4A48E-5E96-4DCE-A1CA-A0E7B0F55F8C}" type="presParOf" srcId="{B0ABA3A0-D290-4A59-B16C-909EE88DD843}" destId="{9945F3E9-296B-4E2C-BAD6-F735AB4474C9}" srcOrd="2" destOrd="0" presId="urn:microsoft.com/office/officeart/2008/layout/LinedList"/>
    <dgm:cxn modelId="{75412BFD-9A31-4FD1-A3A7-CA006434EEF3}" type="presParOf" srcId="{B0ABA3A0-D290-4A59-B16C-909EE88DD843}" destId="{F232556B-CC13-42ED-9023-F64868BA96DA}" srcOrd="3" destOrd="0" presId="urn:microsoft.com/office/officeart/2008/layout/LinedList"/>
    <dgm:cxn modelId="{06E1DADE-37DC-432E-BDA2-51068E287D5F}" type="presParOf" srcId="{F232556B-CC13-42ED-9023-F64868BA96DA}" destId="{B4C79CB3-BD73-4F17-AA70-4EA2807F3776}" srcOrd="0" destOrd="0" presId="urn:microsoft.com/office/officeart/2008/layout/LinedList"/>
    <dgm:cxn modelId="{B3191FE9-AA9C-4320-B981-5929F3D24625}" type="presParOf" srcId="{F232556B-CC13-42ED-9023-F64868BA96DA}" destId="{2B7A1B07-7E9A-4F03-8731-A5A3BAEC39C0}" srcOrd="1" destOrd="0" presId="urn:microsoft.com/office/officeart/2008/layout/LinedList"/>
    <dgm:cxn modelId="{8BE0DE56-5C0A-475F-8156-027D8621B8DD}" type="presParOf" srcId="{B0ABA3A0-D290-4A59-B16C-909EE88DD843}" destId="{CCB4CD26-DF37-48FC-8735-56E171272CF2}" srcOrd="4" destOrd="0" presId="urn:microsoft.com/office/officeart/2008/layout/LinedList"/>
    <dgm:cxn modelId="{6EAFE3CF-02D0-4DB7-BEF0-C23F5246E3B9}" type="presParOf" srcId="{B0ABA3A0-D290-4A59-B16C-909EE88DD843}" destId="{ECB55C4A-BF01-45CD-9EB0-5A5902C18672}" srcOrd="5" destOrd="0" presId="urn:microsoft.com/office/officeart/2008/layout/LinedList"/>
    <dgm:cxn modelId="{D6F7ABCE-DF16-4393-A1E1-D2859AEE4D89}" type="presParOf" srcId="{ECB55C4A-BF01-45CD-9EB0-5A5902C18672}" destId="{42DFF100-6BD6-421F-B91A-130551674A83}" srcOrd="0" destOrd="0" presId="urn:microsoft.com/office/officeart/2008/layout/LinedList"/>
    <dgm:cxn modelId="{A7A37697-FC58-4875-9D32-A0F80F3D921A}" type="presParOf" srcId="{ECB55C4A-BF01-45CD-9EB0-5A5902C18672}" destId="{F91DADF4-F001-4D1E-897A-A2104536C553}" srcOrd="1" destOrd="0" presId="urn:microsoft.com/office/officeart/2008/layout/LinedList"/>
    <dgm:cxn modelId="{1ECC7E3B-EDC5-4198-93F4-FAB28CD74C83}" type="presParOf" srcId="{B0ABA3A0-D290-4A59-B16C-909EE88DD843}" destId="{D96E3297-4C59-49B4-A6D8-5CF81D0E36F8}" srcOrd="6" destOrd="0" presId="urn:microsoft.com/office/officeart/2008/layout/LinedList"/>
    <dgm:cxn modelId="{BCFF04FE-B58B-4839-A088-A4645FDC007E}" type="presParOf" srcId="{B0ABA3A0-D290-4A59-B16C-909EE88DD843}" destId="{05B1A86F-4D1D-45B0-8B61-31B9C5EF4BC5}" srcOrd="7" destOrd="0" presId="urn:microsoft.com/office/officeart/2008/layout/LinedList"/>
    <dgm:cxn modelId="{47218410-395A-4E37-9EB2-D1ADA2171AAE}" type="presParOf" srcId="{05B1A86F-4D1D-45B0-8B61-31B9C5EF4BC5}" destId="{E545C031-64D4-4287-AFB4-436EE2437F4A}" srcOrd="0" destOrd="0" presId="urn:microsoft.com/office/officeart/2008/layout/LinedList"/>
    <dgm:cxn modelId="{7A131E10-41AE-4FD9-875A-7B726B3D24ED}" type="presParOf" srcId="{05B1A86F-4D1D-45B0-8B61-31B9C5EF4BC5}" destId="{B1B4C562-2FFC-4C6B-81BF-3DFB20B3C1F0}" srcOrd="1" destOrd="0" presId="urn:microsoft.com/office/officeart/2008/layout/LinedList"/>
    <dgm:cxn modelId="{7246ABCE-1EA7-4E9C-AD68-3F1E7591D82C}" type="presParOf" srcId="{B0ABA3A0-D290-4A59-B16C-909EE88DD843}" destId="{83C94EC4-013A-4F88-BD52-8F65887FF042}" srcOrd="8" destOrd="0" presId="urn:microsoft.com/office/officeart/2008/layout/LinedList"/>
    <dgm:cxn modelId="{EA99F8B7-BDD8-4543-B6CA-9EC04DCC5BBA}" type="presParOf" srcId="{B0ABA3A0-D290-4A59-B16C-909EE88DD843}" destId="{86BD20BD-3EC2-43D9-BFCC-3E8C0FC2460C}" srcOrd="9" destOrd="0" presId="urn:microsoft.com/office/officeart/2008/layout/LinedList"/>
    <dgm:cxn modelId="{9202EEA9-E2C7-4BF8-9AEE-A21E9C46C602}" type="presParOf" srcId="{86BD20BD-3EC2-43D9-BFCC-3E8C0FC2460C}" destId="{37D1F90A-1F6B-46CB-A387-06D472413B74}" srcOrd="0" destOrd="0" presId="urn:microsoft.com/office/officeart/2008/layout/LinedList"/>
    <dgm:cxn modelId="{28BDC1FF-2282-45A5-ADC9-92719391A196}" type="presParOf" srcId="{86BD20BD-3EC2-43D9-BFCC-3E8C0FC2460C}" destId="{A4A33329-AFA3-4A96-B2B6-C26EE311EA5C}" srcOrd="1" destOrd="0" presId="urn:microsoft.com/office/officeart/2008/layout/LinedList"/>
    <dgm:cxn modelId="{DBC0C3EA-9908-4D0F-9E3E-C38399A38A1D}" type="presParOf" srcId="{B0ABA3A0-D290-4A59-B16C-909EE88DD843}" destId="{D2EA413A-A9C6-4987-A440-768EA42D87C9}" srcOrd="10" destOrd="0" presId="urn:microsoft.com/office/officeart/2008/layout/LinedList"/>
    <dgm:cxn modelId="{2B8BB09F-04C0-4A3F-80DA-DC15C70F1296}" type="presParOf" srcId="{B0ABA3A0-D290-4A59-B16C-909EE88DD843}" destId="{870FCB93-5D87-49EB-9C31-582567418733}" srcOrd="11" destOrd="0" presId="urn:microsoft.com/office/officeart/2008/layout/LinedList"/>
    <dgm:cxn modelId="{8972A5DA-27EC-4843-91D1-A5FC0F6AE1ED}" type="presParOf" srcId="{870FCB93-5D87-49EB-9C31-582567418733}" destId="{DCCCD75A-F19B-4BFD-925E-5E2FDDEB6B13}" srcOrd="0" destOrd="0" presId="urn:microsoft.com/office/officeart/2008/layout/LinedList"/>
    <dgm:cxn modelId="{9D9330F5-EAD6-4A28-B929-39AC57ADF034}" type="presParOf" srcId="{870FCB93-5D87-49EB-9C31-582567418733}" destId="{7CDD7E08-9772-466D-8811-824F37634BA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D876EC4-53C5-42E0-AC9F-A0588600D56D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6FA518F-935B-4741-92A6-DB862C4714A1}">
      <dgm:prSet/>
      <dgm:spPr/>
      <dgm:t>
        <a:bodyPr/>
        <a:lstStyle/>
        <a:p>
          <a:r>
            <a:rPr lang="en-US" b="0" dirty="0"/>
            <a:t>If you prioritize unity, hierarchy, and national strength over moral equality,</a:t>
          </a:r>
          <a:br>
            <a:rPr lang="en-US" b="0" dirty="0"/>
          </a:br>
          <a:r>
            <a:rPr lang="en-US" b="0" dirty="0"/>
            <a:t>choose fascism</a:t>
          </a:r>
        </a:p>
      </dgm:t>
    </dgm:pt>
    <dgm:pt modelId="{A0C71886-29C4-4F99-BE3D-1635A05897A1}" type="parTrans" cxnId="{80179AC7-8173-4138-99FA-5AB88A3C993D}">
      <dgm:prSet/>
      <dgm:spPr/>
      <dgm:t>
        <a:bodyPr/>
        <a:lstStyle/>
        <a:p>
          <a:endParaRPr lang="en-US"/>
        </a:p>
      </dgm:t>
    </dgm:pt>
    <dgm:pt modelId="{E7817CFE-636E-42D9-AE72-E2417996902A}" type="sibTrans" cxnId="{80179AC7-8173-4138-99FA-5AB88A3C993D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24DFA380-F1EC-4DBB-BDB3-78FE4DA910CB}">
      <dgm:prSet/>
      <dgm:spPr/>
      <dgm:t>
        <a:bodyPr/>
        <a:lstStyle/>
        <a:p>
          <a:r>
            <a:rPr lang="en-US" b="0" dirty="0"/>
            <a:t>If you prioritize equality of material over individual freedom,</a:t>
          </a:r>
          <a:br>
            <a:rPr lang="en-US" b="0" dirty="0"/>
          </a:br>
          <a:r>
            <a:rPr lang="en-US" b="0" dirty="0"/>
            <a:t>choose communism</a:t>
          </a:r>
        </a:p>
      </dgm:t>
    </dgm:pt>
    <dgm:pt modelId="{02450F49-856E-4D66-ACF9-71450E7D126A}" type="parTrans" cxnId="{1C6D54BC-3782-4470-A17E-BCFADD00188E}">
      <dgm:prSet/>
      <dgm:spPr/>
      <dgm:t>
        <a:bodyPr/>
        <a:lstStyle/>
        <a:p>
          <a:endParaRPr lang="en-US"/>
        </a:p>
      </dgm:t>
    </dgm:pt>
    <dgm:pt modelId="{0025230E-8828-417C-8EDA-EC5C988241B9}" type="sibTrans" cxnId="{1C6D54BC-3782-4470-A17E-BCFADD00188E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6BBFC223-95DC-4C78-9F5A-3E716BCEE715}">
      <dgm:prSet/>
      <dgm:spPr/>
      <dgm:t>
        <a:bodyPr/>
        <a:lstStyle/>
        <a:p>
          <a:r>
            <a:rPr lang="en-US" b="0" dirty="0"/>
            <a:t>If you prioritize disagreement as legitimate rather than dangerous,</a:t>
          </a:r>
          <a:br>
            <a:rPr lang="en-US" b="0" dirty="0"/>
          </a:br>
          <a:r>
            <a:rPr lang="en-US" b="0" dirty="0"/>
            <a:t>choose democracy</a:t>
          </a:r>
        </a:p>
      </dgm:t>
    </dgm:pt>
    <dgm:pt modelId="{2B4BDBBC-6DB4-4F27-BECE-BC888044D691}" type="parTrans" cxnId="{C497EE7C-4993-484E-ABFB-28673C7BD66D}">
      <dgm:prSet/>
      <dgm:spPr/>
      <dgm:t>
        <a:bodyPr/>
        <a:lstStyle/>
        <a:p>
          <a:endParaRPr lang="en-US"/>
        </a:p>
      </dgm:t>
    </dgm:pt>
    <dgm:pt modelId="{9F125CDC-48C9-48B2-BFF1-360E5AC22631}" type="sibTrans" cxnId="{C497EE7C-4993-484E-ABFB-28673C7BD66D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606D8CC5-E679-4D9E-8887-DAE19E0E0598}" type="pres">
      <dgm:prSet presAssocID="{5D876EC4-53C5-42E0-AC9F-A0588600D56D}" presName="Name0" presStyleCnt="0">
        <dgm:presLayoutVars>
          <dgm:animLvl val="lvl"/>
          <dgm:resizeHandles val="exact"/>
        </dgm:presLayoutVars>
      </dgm:prSet>
      <dgm:spPr/>
    </dgm:pt>
    <dgm:pt modelId="{D63028C6-FC61-4923-9D95-5613A1C41719}" type="pres">
      <dgm:prSet presAssocID="{56FA518F-935B-4741-92A6-DB862C4714A1}" presName="compositeNode" presStyleCnt="0">
        <dgm:presLayoutVars>
          <dgm:bulletEnabled val="1"/>
        </dgm:presLayoutVars>
      </dgm:prSet>
      <dgm:spPr/>
    </dgm:pt>
    <dgm:pt modelId="{29C01A69-B9C4-46FD-BE78-F4227EDB1A42}" type="pres">
      <dgm:prSet presAssocID="{56FA518F-935B-4741-92A6-DB862C4714A1}" presName="bgRect" presStyleLbl="bgAccFollowNode1" presStyleIdx="0" presStyleCnt="3"/>
      <dgm:spPr/>
    </dgm:pt>
    <dgm:pt modelId="{2AEB7E17-3A91-4DF1-B5BB-BF3CB5D2A848}" type="pres">
      <dgm:prSet presAssocID="{E7817CFE-636E-42D9-AE72-E2417996902A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19E2944E-233E-40E4-B8E4-5BE141F12EE9}" type="pres">
      <dgm:prSet presAssocID="{56FA518F-935B-4741-92A6-DB862C4714A1}" presName="bottomLine" presStyleLbl="alignNode1" presStyleIdx="1" presStyleCnt="6">
        <dgm:presLayoutVars/>
      </dgm:prSet>
      <dgm:spPr/>
    </dgm:pt>
    <dgm:pt modelId="{9B1561CC-90BB-494C-8876-2CDF0F6A032B}" type="pres">
      <dgm:prSet presAssocID="{56FA518F-935B-4741-92A6-DB862C4714A1}" presName="nodeText" presStyleLbl="bgAccFollowNode1" presStyleIdx="0" presStyleCnt="3">
        <dgm:presLayoutVars>
          <dgm:bulletEnabled val="1"/>
        </dgm:presLayoutVars>
      </dgm:prSet>
      <dgm:spPr/>
    </dgm:pt>
    <dgm:pt modelId="{33743AEA-8A27-42D2-8125-4127B8A6EED8}" type="pres">
      <dgm:prSet presAssocID="{E7817CFE-636E-42D9-AE72-E2417996902A}" presName="sibTrans" presStyleCnt="0"/>
      <dgm:spPr/>
    </dgm:pt>
    <dgm:pt modelId="{DBA18B83-4B07-4159-A27E-3DE13E721627}" type="pres">
      <dgm:prSet presAssocID="{24DFA380-F1EC-4DBB-BDB3-78FE4DA910CB}" presName="compositeNode" presStyleCnt="0">
        <dgm:presLayoutVars>
          <dgm:bulletEnabled val="1"/>
        </dgm:presLayoutVars>
      </dgm:prSet>
      <dgm:spPr/>
    </dgm:pt>
    <dgm:pt modelId="{D32ECDB4-898A-4264-8752-3691474DF21A}" type="pres">
      <dgm:prSet presAssocID="{24DFA380-F1EC-4DBB-BDB3-78FE4DA910CB}" presName="bgRect" presStyleLbl="bgAccFollowNode1" presStyleIdx="1" presStyleCnt="3"/>
      <dgm:spPr/>
    </dgm:pt>
    <dgm:pt modelId="{D0190C48-38D5-4374-A59B-ABFAF32F53F1}" type="pres">
      <dgm:prSet presAssocID="{0025230E-8828-417C-8EDA-EC5C988241B9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729A340E-97DD-4BDF-9301-50C2CA387B89}" type="pres">
      <dgm:prSet presAssocID="{24DFA380-F1EC-4DBB-BDB3-78FE4DA910CB}" presName="bottomLine" presStyleLbl="alignNode1" presStyleIdx="3" presStyleCnt="6">
        <dgm:presLayoutVars/>
      </dgm:prSet>
      <dgm:spPr/>
    </dgm:pt>
    <dgm:pt modelId="{19C1AF44-6798-4F89-9E05-614386FA21E2}" type="pres">
      <dgm:prSet presAssocID="{24DFA380-F1EC-4DBB-BDB3-78FE4DA910CB}" presName="nodeText" presStyleLbl="bgAccFollowNode1" presStyleIdx="1" presStyleCnt="3">
        <dgm:presLayoutVars>
          <dgm:bulletEnabled val="1"/>
        </dgm:presLayoutVars>
      </dgm:prSet>
      <dgm:spPr/>
    </dgm:pt>
    <dgm:pt modelId="{86DCBFD0-09FD-4CE1-B044-2D0ACD6951A7}" type="pres">
      <dgm:prSet presAssocID="{0025230E-8828-417C-8EDA-EC5C988241B9}" presName="sibTrans" presStyleCnt="0"/>
      <dgm:spPr/>
    </dgm:pt>
    <dgm:pt modelId="{0D7CF4FD-72D9-43E9-85A6-AE1EB00FC54D}" type="pres">
      <dgm:prSet presAssocID="{6BBFC223-95DC-4C78-9F5A-3E716BCEE715}" presName="compositeNode" presStyleCnt="0">
        <dgm:presLayoutVars>
          <dgm:bulletEnabled val="1"/>
        </dgm:presLayoutVars>
      </dgm:prSet>
      <dgm:spPr/>
    </dgm:pt>
    <dgm:pt modelId="{A4256DD1-4715-4A6C-9BD1-5C0BFD4C640A}" type="pres">
      <dgm:prSet presAssocID="{6BBFC223-95DC-4C78-9F5A-3E716BCEE715}" presName="bgRect" presStyleLbl="bgAccFollowNode1" presStyleIdx="2" presStyleCnt="3"/>
      <dgm:spPr/>
    </dgm:pt>
    <dgm:pt modelId="{BAFCA9D8-50E2-4EAA-94CB-6191966683C9}" type="pres">
      <dgm:prSet presAssocID="{9F125CDC-48C9-48B2-BFF1-360E5AC22631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370C8A48-B6C1-47DF-B9ED-2461FC9E3927}" type="pres">
      <dgm:prSet presAssocID="{6BBFC223-95DC-4C78-9F5A-3E716BCEE715}" presName="bottomLine" presStyleLbl="alignNode1" presStyleIdx="5" presStyleCnt="6">
        <dgm:presLayoutVars/>
      </dgm:prSet>
      <dgm:spPr/>
    </dgm:pt>
    <dgm:pt modelId="{3C9AC6E2-7A95-4B82-8EE4-6283EE139688}" type="pres">
      <dgm:prSet presAssocID="{6BBFC223-95DC-4C78-9F5A-3E716BCEE715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F777191C-6399-4AA9-A1BA-C2E56A56A18C}" type="presOf" srcId="{56FA518F-935B-4741-92A6-DB862C4714A1}" destId="{29C01A69-B9C4-46FD-BE78-F4227EDB1A42}" srcOrd="0" destOrd="0" presId="urn:microsoft.com/office/officeart/2016/7/layout/BasicLinearProcessNumbered"/>
    <dgm:cxn modelId="{283B4C35-F499-49AF-B0C4-BB5E1C95C08A}" type="presOf" srcId="{0025230E-8828-417C-8EDA-EC5C988241B9}" destId="{D0190C48-38D5-4374-A59B-ABFAF32F53F1}" srcOrd="0" destOrd="0" presId="urn:microsoft.com/office/officeart/2016/7/layout/BasicLinearProcessNumbered"/>
    <dgm:cxn modelId="{5B85225D-1176-47ED-BA0A-9F92CCD90C44}" type="presOf" srcId="{24DFA380-F1EC-4DBB-BDB3-78FE4DA910CB}" destId="{D32ECDB4-898A-4264-8752-3691474DF21A}" srcOrd="0" destOrd="0" presId="urn:microsoft.com/office/officeart/2016/7/layout/BasicLinearProcessNumbered"/>
    <dgm:cxn modelId="{92BF354D-C67D-43F5-8086-EEE45CCF53FE}" type="presOf" srcId="{24DFA380-F1EC-4DBB-BDB3-78FE4DA910CB}" destId="{19C1AF44-6798-4F89-9E05-614386FA21E2}" srcOrd="1" destOrd="0" presId="urn:microsoft.com/office/officeart/2016/7/layout/BasicLinearProcessNumbered"/>
    <dgm:cxn modelId="{B8568370-A318-4198-985C-11E7100C55D5}" type="presOf" srcId="{5D876EC4-53C5-42E0-AC9F-A0588600D56D}" destId="{606D8CC5-E679-4D9E-8887-DAE19E0E0598}" srcOrd="0" destOrd="0" presId="urn:microsoft.com/office/officeart/2016/7/layout/BasicLinearProcessNumbered"/>
    <dgm:cxn modelId="{DEB38773-63A0-43A7-AD90-5D0E69AF1856}" type="presOf" srcId="{56FA518F-935B-4741-92A6-DB862C4714A1}" destId="{9B1561CC-90BB-494C-8876-2CDF0F6A032B}" srcOrd="1" destOrd="0" presId="urn:microsoft.com/office/officeart/2016/7/layout/BasicLinearProcessNumbered"/>
    <dgm:cxn modelId="{4770CE57-D56F-461B-9B2F-2829A135ED5A}" type="presOf" srcId="{6BBFC223-95DC-4C78-9F5A-3E716BCEE715}" destId="{3C9AC6E2-7A95-4B82-8EE4-6283EE139688}" srcOrd="1" destOrd="0" presId="urn:microsoft.com/office/officeart/2016/7/layout/BasicLinearProcessNumbered"/>
    <dgm:cxn modelId="{C497EE7C-4993-484E-ABFB-28673C7BD66D}" srcId="{5D876EC4-53C5-42E0-AC9F-A0588600D56D}" destId="{6BBFC223-95DC-4C78-9F5A-3E716BCEE715}" srcOrd="2" destOrd="0" parTransId="{2B4BDBBC-6DB4-4F27-BECE-BC888044D691}" sibTransId="{9F125CDC-48C9-48B2-BFF1-360E5AC22631}"/>
    <dgm:cxn modelId="{FD727CA4-B5EE-457F-846C-9FEABED5F77B}" type="presOf" srcId="{9F125CDC-48C9-48B2-BFF1-360E5AC22631}" destId="{BAFCA9D8-50E2-4EAA-94CB-6191966683C9}" srcOrd="0" destOrd="0" presId="urn:microsoft.com/office/officeart/2016/7/layout/BasicLinearProcessNumbered"/>
    <dgm:cxn modelId="{E296BAA7-7AF5-4014-AE19-3BCED9F7CA68}" type="presOf" srcId="{E7817CFE-636E-42D9-AE72-E2417996902A}" destId="{2AEB7E17-3A91-4DF1-B5BB-BF3CB5D2A848}" srcOrd="0" destOrd="0" presId="urn:microsoft.com/office/officeart/2016/7/layout/BasicLinearProcessNumbered"/>
    <dgm:cxn modelId="{1C6D54BC-3782-4470-A17E-BCFADD00188E}" srcId="{5D876EC4-53C5-42E0-AC9F-A0588600D56D}" destId="{24DFA380-F1EC-4DBB-BDB3-78FE4DA910CB}" srcOrd="1" destOrd="0" parTransId="{02450F49-856E-4D66-ACF9-71450E7D126A}" sibTransId="{0025230E-8828-417C-8EDA-EC5C988241B9}"/>
    <dgm:cxn modelId="{80179AC7-8173-4138-99FA-5AB88A3C993D}" srcId="{5D876EC4-53C5-42E0-AC9F-A0588600D56D}" destId="{56FA518F-935B-4741-92A6-DB862C4714A1}" srcOrd="0" destOrd="0" parTransId="{A0C71886-29C4-4F99-BE3D-1635A05897A1}" sibTransId="{E7817CFE-636E-42D9-AE72-E2417996902A}"/>
    <dgm:cxn modelId="{5B6708E1-8826-4328-9FEA-FF567BE8D05C}" type="presOf" srcId="{6BBFC223-95DC-4C78-9F5A-3E716BCEE715}" destId="{A4256DD1-4715-4A6C-9BD1-5C0BFD4C640A}" srcOrd="0" destOrd="0" presId="urn:microsoft.com/office/officeart/2016/7/layout/BasicLinearProcessNumbered"/>
    <dgm:cxn modelId="{2845022F-F098-4AA8-AD13-DB104AE60A37}" type="presParOf" srcId="{606D8CC5-E679-4D9E-8887-DAE19E0E0598}" destId="{D63028C6-FC61-4923-9D95-5613A1C41719}" srcOrd="0" destOrd="0" presId="urn:microsoft.com/office/officeart/2016/7/layout/BasicLinearProcessNumbered"/>
    <dgm:cxn modelId="{A2D41A13-96D2-4755-865D-36335059818D}" type="presParOf" srcId="{D63028C6-FC61-4923-9D95-5613A1C41719}" destId="{29C01A69-B9C4-46FD-BE78-F4227EDB1A42}" srcOrd="0" destOrd="0" presId="urn:microsoft.com/office/officeart/2016/7/layout/BasicLinearProcessNumbered"/>
    <dgm:cxn modelId="{FDE101C8-53D1-4391-BB79-FB1E98602F21}" type="presParOf" srcId="{D63028C6-FC61-4923-9D95-5613A1C41719}" destId="{2AEB7E17-3A91-4DF1-B5BB-BF3CB5D2A848}" srcOrd="1" destOrd="0" presId="urn:microsoft.com/office/officeart/2016/7/layout/BasicLinearProcessNumbered"/>
    <dgm:cxn modelId="{0715E2D7-4891-45A8-A7A1-785F65771541}" type="presParOf" srcId="{D63028C6-FC61-4923-9D95-5613A1C41719}" destId="{19E2944E-233E-40E4-B8E4-5BE141F12EE9}" srcOrd="2" destOrd="0" presId="urn:microsoft.com/office/officeart/2016/7/layout/BasicLinearProcessNumbered"/>
    <dgm:cxn modelId="{F01BA443-4C68-4490-84D9-82649C5CB545}" type="presParOf" srcId="{D63028C6-FC61-4923-9D95-5613A1C41719}" destId="{9B1561CC-90BB-494C-8876-2CDF0F6A032B}" srcOrd="3" destOrd="0" presId="urn:microsoft.com/office/officeart/2016/7/layout/BasicLinearProcessNumbered"/>
    <dgm:cxn modelId="{9FAE2126-6BD0-4D5B-B700-A823EAECA69A}" type="presParOf" srcId="{606D8CC5-E679-4D9E-8887-DAE19E0E0598}" destId="{33743AEA-8A27-42D2-8125-4127B8A6EED8}" srcOrd="1" destOrd="0" presId="urn:microsoft.com/office/officeart/2016/7/layout/BasicLinearProcessNumbered"/>
    <dgm:cxn modelId="{44EB287D-2895-4270-BCA5-EB60E8332F62}" type="presParOf" srcId="{606D8CC5-E679-4D9E-8887-DAE19E0E0598}" destId="{DBA18B83-4B07-4159-A27E-3DE13E721627}" srcOrd="2" destOrd="0" presId="urn:microsoft.com/office/officeart/2016/7/layout/BasicLinearProcessNumbered"/>
    <dgm:cxn modelId="{27FF3DC9-A701-43D1-AF7B-5ED0E911E613}" type="presParOf" srcId="{DBA18B83-4B07-4159-A27E-3DE13E721627}" destId="{D32ECDB4-898A-4264-8752-3691474DF21A}" srcOrd="0" destOrd="0" presId="urn:microsoft.com/office/officeart/2016/7/layout/BasicLinearProcessNumbered"/>
    <dgm:cxn modelId="{E8EC2F89-FA0F-4D21-B7F9-8B7F4B9400D5}" type="presParOf" srcId="{DBA18B83-4B07-4159-A27E-3DE13E721627}" destId="{D0190C48-38D5-4374-A59B-ABFAF32F53F1}" srcOrd="1" destOrd="0" presId="urn:microsoft.com/office/officeart/2016/7/layout/BasicLinearProcessNumbered"/>
    <dgm:cxn modelId="{E02D3FEA-B4A4-4018-AE55-8BDB7926078E}" type="presParOf" srcId="{DBA18B83-4B07-4159-A27E-3DE13E721627}" destId="{729A340E-97DD-4BDF-9301-50C2CA387B89}" srcOrd="2" destOrd="0" presId="urn:microsoft.com/office/officeart/2016/7/layout/BasicLinearProcessNumbered"/>
    <dgm:cxn modelId="{50853519-ECD9-4804-B08B-B178773A54D9}" type="presParOf" srcId="{DBA18B83-4B07-4159-A27E-3DE13E721627}" destId="{19C1AF44-6798-4F89-9E05-614386FA21E2}" srcOrd="3" destOrd="0" presId="urn:microsoft.com/office/officeart/2016/7/layout/BasicLinearProcessNumbered"/>
    <dgm:cxn modelId="{563F3D43-0EBF-4AD6-BCE3-0BC8BCE8183D}" type="presParOf" srcId="{606D8CC5-E679-4D9E-8887-DAE19E0E0598}" destId="{86DCBFD0-09FD-4CE1-B044-2D0ACD6951A7}" srcOrd="3" destOrd="0" presId="urn:microsoft.com/office/officeart/2016/7/layout/BasicLinearProcessNumbered"/>
    <dgm:cxn modelId="{60A686C9-49AE-40DE-833C-BC40E5D00615}" type="presParOf" srcId="{606D8CC5-E679-4D9E-8887-DAE19E0E0598}" destId="{0D7CF4FD-72D9-43E9-85A6-AE1EB00FC54D}" srcOrd="4" destOrd="0" presId="urn:microsoft.com/office/officeart/2016/7/layout/BasicLinearProcessNumbered"/>
    <dgm:cxn modelId="{0048B2CC-09E1-4044-8214-28D4802CAA84}" type="presParOf" srcId="{0D7CF4FD-72D9-43E9-85A6-AE1EB00FC54D}" destId="{A4256DD1-4715-4A6C-9BD1-5C0BFD4C640A}" srcOrd="0" destOrd="0" presId="urn:microsoft.com/office/officeart/2016/7/layout/BasicLinearProcessNumbered"/>
    <dgm:cxn modelId="{D1D28C66-7B86-4893-B50E-AFE07A310B15}" type="presParOf" srcId="{0D7CF4FD-72D9-43E9-85A6-AE1EB00FC54D}" destId="{BAFCA9D8-50E2-4EAA-94CB-6191966683C9}" srcOrd="1" destOrd="0" presId="urn:microsoft.com/office/officeart/2016/7/layout/BasicLinearProcessNumbered"/>
    <dgm:cxn modelId="{491EDA4F-E3D3-44C5-9314-E8246A1D9F99}" type="presParOf" srcId="{0D7CF4FD-72D9-43E9-85A6-AE1EB00FC54D}" destId="{370C8A48-B6C1-47DF-B9ED-2461FC9E3927}" srcOrd="2" destOrd="0" presId="urn:microsoft.com/office/officeart/2016/7/layout/BasicLinearProcessNumbered"/>
    <dgm:cxn modelId="{8A4FD0F7-F19D-4EB3-8ABC-E0672E994D9A}" type="presParOf" srcId="{0D7CF4FD-72D9-43E9-85A6-AE1EB00FC54D}" destId="{3C9AC6E2-7A95-4B82-8EE4-6283EE139688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3223F3-12CC-4139-A36E-452349B22332}">
      <dsp:nvSpPr>
        <dsp:cNvPr id="0" name=""/>
        <dsp:cNvSpPr/>
      </dsp:nvSpPr>
      <dsp:spPr>
        <a:xfrm>
          <a:off x="0" y="2401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E9E180-BA40-4245-897E-57EFD62819F4}">
      <dsp:nvSpPr>
        <dsp:cNvPr id="0" name=""/>
        <dsp:cNvSpPr/>
      </dsp:nvSpPr>
      <dsp:spPr>
        <a:xfrm>
          <a:off x="368211" y="276278"/>
          <a:ext cx="669475" cy="6694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8B00F6-BED2-459C-B625-19CE470B2E4E}">
      <dsp:nvSpPr>
        <dsp:cNvPr id="0" name=""/>
        <dsp:cNvSpPr/>
      </dsp:nvSpPr>
      <dsp:spPr>
        <a:xfrm>
          <a:off x="1405898" y="2401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Political power is legitimate only if it comes from the people. Citizens collectively authorize laws and leaders.</a:t>
          </a:r>
        </a:p>
      </dsp:txBody>
      <dsp:txXfrm>
        <a:off x="1405898" y="2401"/>
        <a:ext cx="5543541" cy="1217228"/>
      </dsp:txXfrm>
    </dsp:sp>
    <dsp:sp modelId="{B72A328D-ECB8-45BC-B3CD-F70EC0E29213}">
      <dsp:nvSpPr>
        <dsp:cNvPr id="0" name=""/>
        <dsp:cNvSpPr/>
      </dsp:nvSpPr>
      <dsp:spPr>
        <a:xfrm>
          <a:off x="0" y="152393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ED6F57-CE50-4797-A7C3-31CDFF51952C}">
      <dsp:nvSpPr>
        <dsp:cNvPr id="0" name=""/>
        <dsp:cNvSpPr/>
      </dsp:nvSpPr>
      <dsp:spPr>
        <a:xfrm>
          <a:off x="368211" y="1797813"/>
          <a:ext cx="669475" cy="6694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B393B4-9F4C-4FF7-A74A-B1F7EA9C87DC}">
      <dsp:nvSpPr>
        <dsp:cNvPr id="0" name=""/>
        <dsp:cNvSpPr/>
      </dsp:nvSpPr>
      <dsp:spPr>
        <a:xfrm>
          <a:off x="1405898" y="152393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FOR: John Locke</a:t>
          </a:r>
        </a:p>
      </dsp:txBody>
      <dsp:txXfrm>
        <a:off x="1405898" y="1523937"/>
        <a:ext cx="5543541" cy="1217228"/>
      </dsp:txXfrm>
    </dsp:sp>
    <dsp:sp modelId="{C71521A8-69F3-463A-AB23-E6031120CC51}">
      <dsp:nvSpPr>
        <dsp:cNvPr id="0" name=""/>
        <dsp:cNvSpPr/>
      </dsp:nvSpPr>
      <dsp:spPr>
        <a:xfrm>
          <a:off x="0" y="3045472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C82D0F-71D8-4B0A-B3FA-726312E2F58C}">
      <dsp:nvSpPr>
        <dsp:cNvPr id="0" name=""/>
        <dsp:cNvSpPr/>
      </dsp:nvSpPr>
      <dsp:spPr>
        <a:xfrm>
          <a:off x="368211" y="3319348"/>
          <a:ext cx="669475" cy="6694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842A7E-52F6-43EA-AF83-1F5B1424504F}">
      <dsp:nvSpPr>
        <dsp:cNvPr id="0" name=""/>
        <dsp:cNvSpPr/>
      </dsp:nvSpPr>
      <dsp:spPr>
        <a:xfrm>
          <a:off x="1405898" y="3045472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The people may lack sufficient knowledge or long-term perspective. Collective decisions can be impulsive or poorly informed.</a:t>
          </a:r>
        </a:p>
      </dsp:txBody>
      <dsp:txXfrm>
        <a:off x="1405898" y="3045472"/>
        <a:ext cx="5543541" cy="1217228"/>
      </dsp:txXfrm>
    </dsp:sp>
    <dsp:sp modelId="{00707A8D-0B38-4309-9984-7B765E0A71BB}">
      <dsp:nvSpPr>
        <dsp:cNvPr id="0" name=""/>
        <dsp:cNvSpPr/>
      </dsp:nvSpPr>
      <dsp:spPr>
        <a:xfrm>
          <a:off x="0" y="456700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32CC12-19AA-45D0-A531-6FACFC8939E0}">
      <dsp:nvSpPr>
        <dsp:cNvPr id="0" name=""/>
        <dsp:cNvSpPr/>
      </dsp:nvSpPr>
      <dsp:spPr>
        <a:xfrm>
          <a:off x="368211" y="4840884"/>
          <a:ext cx="669475" cy="6694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DC17FF-2164-45A4-8CF5-A74B52309F3D}">
      <dsp:nvSpPr>
        <dsp:cNvPr id="0" name=""/>
        <dsp:cNvSpPr/>
      </dsp:nvSpPr>
      <dsp:spPr>
        <a:xfrm>
          <a:off x="1405898" y="456700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AGAINST: Plato</a:t>
          </a:r>
        </a:p>
      </dsp:txBody>
      <dsp:txXfrm>
        <a:off x="1405898" y="4567007"/>
        <a:ext cx="5543541" cy="12172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AB379A-8998-40AD-875E-0A7D5846C2F7}">
      <dsp:nvSpPr>
        <dsp:cNvPr id="0" name=""/>
        <dsp:cNvSpPr/>
      </dsp:nvSpPr>
      <dsp:spPr>
        <a:xfrm>
          <a:off x="0" y="0"/>
          <a:ext cx="69494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CA5264-8D6B-4830-95AF-EF8C6ED6E9C0}">
      <dsp:nvSpPr>
        <dsp:cNvPr id="0" name=""/>
        <dsp:cNvSpPr/>
      </dsp:nvSpPr>
      <dsp:spPr>
        <a:xfrm>
          <a:off x="0" y="0"/>
          <a:ext cx="6949440" cy="144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All citizens have equal moral worth and therefore equal political standing (one person, one vote).</a:t>
          </a:r>
        </a:p>
      </dsp:txBody>
      <dsp:txXfrm>
        <a:off x="0" y="0"/>
        <a:ext cx="6949440" cy="1446659"/>
      </dsp:txXfrm>
    </dsp:sp>
    <dsp:sp modelId="{450BE34C-3C2D-494E-835D-A75F42E55103}">
      <dsp:nvSpPr>
        <dsp:cNvPr id="0" name=""/>
        <dsp:cNvSpPr/>
      </dsp:nvSpPr>
      <dsp:spPr>
        <a:xfrm>
          <a:off x="0" y="1446659"/>
          <a:ext cx="6949440" cy="0"/>
        </a:xfrm>
        <a:prstGeom prst="line">
          <a:avLst/>
        </a:prstGeom>
        <a:solidFill>
          <a:schemeClr val="accent2">
            <a:hueOff val="-347110"/>
            <a:satOff val="-7210"/>
            <a:lumOff val="-1961"/>
            <a:alphaOff val="0"/>
          </a:schemeClr>
        </a:solidFill>
        <a:ln w="12700" cap="flat" cmpd="sng" algn="ctr">
          <a:solidFill>
            <a:schemeClr val="accent2">
              <a:hueOff val="-347110"/>
              <a:satOff val="-7210"/>
              <a:lumOff val="-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353C83-8AF2-4063-9DF3-911AA2F18F14}">
      <dsp:nvSpPr>
        <dsp:cNvPr id="0" name=""/>
        <dsp:cNvSpPr/>
      </dsp:nvSpPr>
      <dsp:spPr>
        <a:xfrm>
          <a:off x="0" y="1446659"/>
          <a:ext cx="6949440" cy="144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FOR: Equality as a moral premise.</a:t>
          </a:r>
        </a:p>
      </dsp:txBody>
      <dsp:txXfrm>
        <a:off x="0" y="1446659"/>
        <a:ext cx="6949440" cy="1446659"/>
      </dsp:txXfrm>
    </dsp:sp>
    <dsp:sp modelId="{18EB3F05-44FC-4DBC-A894-9834D4F7FA8A}">
      <dsp:nvSpPr>
        <dsp:cNvPr id="0" name=""/>
        <dsp:cNvSpPr/>
      </dsp:nvSpPr>
      <dsp:spPr>
        <a:xfrm>
          <a:off x="0" y="2893318"/>
          <a:ext cx="6949440" cy="0"/>
        </a:xfrm>
        <a:prstGeom prst="line">
          <a:avLst/>
        </a:prstGeom>
        <a:solidFill>
          <a:schemeClr val="accent2">
            <a:hueOff val="-694219"/>
            <a:satOff val="-14421"/>
            <a:lumOff val="-3921"/>
            <a:alphaOff val="0"/>
          </a:schemeClr>
        </a:solidFill>
        <a:ln w="12700" cap="flat" cmpd="sng" algn="ctr">
          <a:solidFill>
            <a:schemeClr val="accent2">
              <a:hueOff val="-694219"/>
              <a:satOff val="-14421"/>
              <a:lumOff val="-39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EF4F55-A384-4776-B609-4C3BC769BF1D}">
      <dsp:nvSpPr>
        <dsp:cNvPr id="0" name=""/>
        <dsp:cNvSpPr/>
      </dsp:nvSpPr>
      <dsp:spPr>
        <a:xfrm>
          <a:off x="0" y="2893318"/>
          <a:ext cx="6949440" cy="144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Equal voting power ignores differences in competence, education, and responsibility, potentially lowering decision quality.</a:t>
          </a:r>
        </a:p>
      </dsp:txBody>
      <dsp:txXfrm>
        <a:off x="0" y="2893318"/>
        <a:ext cx="6949440" cy="1446659"/>
      </dsp:txXfrm>
    </dsp:sp>
    <dsp:sp modelId="{86E3D1E8-F636-4144-B85E-57F4F4306625}">
      <dsp:nvSpPr>
        <dsp:cNvPr id="0" name=""/>
        <dsp:cNvSpPr/>
      </dsp:nvSpPr>
      <dsp:spPr>
        <a:xfrm>
          <a:off x="0" y="4339978"/>
          <a:ext cx="6949440" cy="0"/>
        </a:xfrm>
        <a:prstGeom prst="line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accent2">
              <a:hueOff val="-1041329"/>
              <a:satOff val="-21631"/>
              <a:lumOff val="-58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585E0F-4E12-4797-9E3B-3C94177E25EA}">
      <dsp:nvSpPr>
        <dsp:cNvPr id="0" name=""/>
        <dsp:cNvSpPr/>
      </dsp:nvSpPr>
      <dsp:spPr>
        <a:xfrm>
          <a:off x="0" y="4339978"/>
          <a:ext cx="6949440" cy="144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AGAINST: Aristotle</a:t>
          </a:r>
        </a:p>
      </dsp:txBody>
      <dsp:txXfrm>
        <a:off x="0" y="4339978"/>
        <a:ext cx="6949440" cy="144665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E25046-8E07-46FA-81FC-B5969E5604C8}">
      <dsp:nvSpPr>
        <dsp:cNvPr id="0" name=""/>
        <dsp:cNvSpPr/>
      </dsp:nvSpPr>
      <dsp:spPr>
        <a:xfrm>
          <a:off x="0" y="35818"/>
          <a:ext cx="6949440" cy="1374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Democracy prevents abuse of power through elections, debate, and civic engagement.</a:t>
          </a:r>
        </a:p>
      </dsp:txBody>
      <dsp:txXfrm>
        <a:off x="67110" y="102928"/>
        <a:ext cx="6815220" cy="1240530"/>
      </dsp:txXfrm>
    </dsp:sp>
    <dsp:sp modelId="{1B8BDDDB-9760-4ED8-9B84-43BD63CCC604}">
      <dsp:nvSpPr>
        <dsp:cNvPr id="0" name=""/>
        <dsp:cNvSpPr/>
      </dsp:nvSpPr>
      <dsp:spPr>
        <a:xfrm>
          <a:off x="0" y="1482568"/>
          <a:ext cx="6949440" cy="1374750"/>
        </a:xfrm>
        <a:prstGeom prst="roundRect">
          <a:avLst/>
        </a:prstGeom>
        <a:solidFill>
          <a:schemeClr val="accent2">
            <a:hueOff val="-347110"/>
            <a:satOff val="-7210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FOR: Public oversight disciplines rulers.</a:t>
          </a:r>
        </a:p>
      </dsp:txBody>
      <dsp:txXfrm>
        <a:off x="67110" y="1549678"/>
        <a:ext cx="6815220" cy="1240530"/>
      </dsp:txXfrm>
    </dsp:sp>
    <dsp:sp modelId="{5B86B337-E56D-4DC7-BEC5-557418D9A1F7}">
      <dsp:nvSpPr>
        <dsp:cNvPr id="0" name=""/>
        <dsp:cNvSpPr/>
      </dsp:nvSpPr>
      <dsp:spPr>
        <a:xfrm>
          <a:off x="0" y="2929318"/>
          <a:ext cx="6949440" cy="1374750"/>
        </a:xfrm>
        <a:prstGeom prst="roundRect">
          <a:avLst/>
        </a:prstGeom>
        <a:solidFill>
          <a:schemeClr val="accent2">
            <a:hueOff val="-694219"/>
            <a:satOff val="-14421"/>
            <a:lumOff val="-39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Mass participation can lead to apathy, manipulation, or populism</a:t>
          </a:r>
        </a:p>
      </dsp:txBody>
      <dsp:txXfrm>
        <a:off x="67110" y="2996428"/>
        <a:ext cx="6815220" cy="1240530"/>
      </dsp:txXfrm>
    </dsp:sp>
    <dsp:sp modelId="{ED8CE3B3-78F3-443F-A784-263274C99034}">
      <dsp:nvSpPr>
        <dsp:cNvPr id="0" name=""/>
        <dsp:cNvSpPr/>
      </dsp:nvSpPr>
      <dsp:spPr>
        <a:xfrm>
          <a:off x="0" y="4376069"/>
          <a:ext cx="6949440" cy="1374750"/>
        </a:xfrm>
        <a:prstGeom prst="roundRect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AGAINST: Most people make uninformed decisions</a:t>
          </a:r>
        </a:p>
      </dsp:txBody>
      <dsp:txXfrm>
        <a:off x="67110" y="4443179"/>
        <a:ext cx="6815220" cy="124053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8ABB29-3081-46ED-8F38-0EA9E5479A42}">
      <dsp:nvSpPr>
        <dsp:cNvPr id="0" name=""/>
        <dsp:cNvSpPr/>
      </dsp:nvSpPr>
      <dsp:spPr>
        <a:xfrm>
          <a:off x="0" y="721618"/>
          <a:ext cx="2171700" cy="130302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57% of all countries have some form of democracy</a:t>
          </a:r>
        </a:p>
      </dsp:txBody>
      <dsp:txXfrm>
        <a:off x="0" y="721618"/>
        <a:ext cx="2171700" cy="1303020"/>
      </dsp:txXfrm>
    </dsp:sp>
    <dsp:sp modelId="{24E82109-5C8F-422A-89DC-9B734C9A26EC}">
      <dsp:nvSpPr>
        <dsp:cNvPr id="0" name=""/>
        <dsp:cNvSpPr/>
      </dsp:nvSpPr>
      <dsp:spPr>
        <a:xfrm>
          <a:off x="2388870" y="721618"/>
          <a:ext cx="2171700" cy="130302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Legitimacy</a:t>
          </a:r>
        </a:p>
      </dsp:txBody>
      <dsp:txXfrm>
        <a:off x="2388870" y="721618"/>
        <a:ext cx="2171700" cy="1303020"/>
      </dsp:txXfrm>
    </dsp:sp>
    <dsp:sp modelId="{3338D48B-8B9C-43FA-9DB3-2FF699BBA6D0}">
      <dsp:nvSpPr>
        <dsp:cNvPr id="0" name=""/>
        <dsp:cNvSpPr/>
      </dsp:nvSpPr>
      <dsp:spPr>
        <a:xfrm>
          <a:off x="4777739" y="721618"/>
          <a:ext cx="2171700" cy="130302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Individual rights</a:t>
          </a:r>
        </a:p>
      </dsp:txBody>
      <dsp:txXfrm>
        <a:off x="4777739" y="721618"/>
        <a:ext cx="2171700" cy="1303020"/>
      </dsp:txXfrm>
    </dsp:sp>
    <dsp:sp modelId="{5AD31863-0731-4691-8CD9-72118AF780F1}">
      <dsp:nvSpPr>
        <dsp:cNvPr id="0" name=""/>
        <dsp:cNvSpPr/>
      </dsp:nvSpPr>
      <dsp:spPr>
        <a:xfrm>
          <a:off x="0" y="2241808"/>
          <a:ext cx="2171700" cy="130302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Peaceful transfer of power</a:t>
          </a:r>
        </a:p>
      </dsp:txBody>
      <dsp:txXfrm>
        <a:off x="0" y="2241808"/>
        <a:ext cx="2171700" cy="1303020"/>
      </dsp:txXfrm>
    </dsp:sp>
    <dsp:sp modelId="{C487AC22-F72E-4897-83DA-B907D4ED7F6F}">
      <dsp:nvSpPr>
        <dsp:cNvPr id="0" name=""/>
        <dsp:cNvSpPr/>
      </dsp:nvSpPr>
      <dsp:spPr>
        <a:xfrm>
          <a:off x="2388870" y="2241808"/>
          <a:ext cx="2171700" cy="130302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Allows disagreement</a:t>
          </a:r>
        </a:p>
      </dsp:txBody>
      <dsp:txXfrm>
        <a:off x="2388870" y="2241808"/>
        <a:ext cx="2171700" cy="1303020"/>
      </dsp:txXfrm>
    </dsp:sp>
    <dsp:sp modelId="{0EF0E2CF-21ED-4C6D-9176-4F18A614F14D}">
      <dsp:nvSpPr>
        <dsp:cNvPr id="0" name=""/>
        <dsp:cNvSpPr/>
      </dsp:nvSpPr>
      <dsp:spPr>
        <a:xfrm>
          <a:off x="4777739" y="2241808"/>
          <a:ext cx="2171700" cy="130302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Inefficient</a:t>
          </a:r>
        </a:p>
      </dsp:txBody>
      <dsp:txXfrm>
        <a:off x="4777739" y="2241808"/>
        <a:ext cx="2171700" cy="1303020"/>
      </dsp:txXfrm>
    </dsp:sp>
    <dsp:sp modelId="{9634CBF1-6DA6-42A9-9990-B9FC80ECD26D}">
      <dsp:nvSpPr>
        <dsp:cNvPr id="0" name=""/>
        <dsp:cNvSpPr/>
      </dsp:nvSpPr>
      <dsp:spPr>
        <a:xfrm>
          <a:off x="0" y="3761998"/>
          <a:ext cx="2171700" cy="130302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Vulnerable to misinformation</a:t>
          </a:r>
        </a:p>
      </dsp:txBody>
      <dsp:txXfrm>
        <a:off x="0" y="3761998"/>
        <a:ext cx="2171700" cy="1303020"/>
      </dsp:txXfrm>
    </dsp:sp>
    <dsp:sp modelId="{45374A10-121B-42E4-B902-F5813FBD9333}">
      <dsp:nvSpPr>
        <dsp:cNvPr id="0" name=""/>
        <dsp:cNvSpPr/>
      </dsp:nvSpPr>
      <dsp:spPr>
        <a:xfrm>
          <a:off x="2388870" y="3761998"/>
          <a:ext cx="2171700" cy="130302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Harm minorities</a:t>
          </a:r>
        </a:p>
      </dsp:txBody>
      <dsp:txXfrm>
        <a:off x="2388870" y="3761998"/>
        <a:ext cx="2171700" cy="1303020"/>
      </dsp:txXfrm>
    </dsp:sp>
    <dsp:sp modelId="{4A3C9D04-E86E-4E33-BF68-9AAE9BDFFA9F}">
      <dsp:nvSpPr>
        <dsp:cNvPr id="0" name=""/>
        <dsp:cNvSpPr/>
      </dsp:nvSpPr>
      <dsp:spPr>
        <a:xfrm>
          <a:off x="4777739" y="3761998"/>
          <a:ext cx="2171700" cy="130302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Weaken accountability</a:t>
          </a:r>
        </a:p>
      </dsp:txBody>
      <dsp:txXfrm>
        <a:off x="4777739" y="3761998"/>
        <a:ext cx="2171700" cy="130302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E5A6BD-06CF-4382-9A3E-144154DC5DB3}">
      <dsp:nvSpPr>
        <dsp:cNvPr id="0" name=""/>
        <dsp:cNvSpPr/>
      </dsp:nvSpPr>
      <dsp:spPr>
        <a:xfrm>
          <a:off x="0" y="2243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2B8E8B-4968-4D9A-AC2A-5DE33E0C4D87}">
      <dsp:nvSpPr>
        <dsp:cNvPr id="0" name=""/>
        <dsp:cNvSpPr/>
      </dsp:nvSpPr>
      <dsp:spPr>
        <a:xfrm>
          <a:off x="0" y="2243"/>
          <a:ext cx="10653579" cy="764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Democratic Practices</a:t>
          </a:r>
          <a:endParaRPr lang="en-US" sz="3100" kern="1200"/>
        </a:p>
      </dsp:txBody>
      <dsp:txXfrm>
        <a:off x="0" y="2243"/>
        <a:ext cx="10653579" cy="764890"/>
      </dsp:txXfrm>
    </dsp:sp>
    <dsp:sp modelId="{9945F3E9-296B-4E2C-BAD6-F735AB4474C9}">
      <dsp:nvSpPr>
        <dsp:cNvPr id="0" name=""/>
        <dsp:cNvSpPr/>
      </dsp:nvSpPr>
      <dsp:spPr>
        <a:xfrm>
          <a:off x="0" y="767133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C79CB3-BD73-4F17-AA70-4EA2807F3776}">
      <dsp:nvSpPr>
        <dsp:cNvPr id="0" name=""/>
        <dsp:cNvSpPr/>
      </dsp:nvSpPr>
      <dsp:spPr>
        <a:xfrm>
          <a:off x="0" y="767133"/>
          <a:ext cx="10653579" cy="764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Full democracies averaging around </a:t>
          </a:r>
          <a:r>
            <a:rPr lang="en-US" sz="3100" b="1" kern="1200" dirty="0">
              <a:solidFill>
                <a:srgbClr val="00B0F0"/>
              </a:solidFill>
            </a:rPr>
            <a:t>73/100</a:t>
          </a:r>
          <a:r>
            <a:rPr lang="en-US" sz="3100" kern="1200" dirty="0">
              <a:solidFill>
                <a:srgbClr val="00B0F0"/>
              </a:solidFill>
            </a:rPr>
            <a:t>.</a:t>
          </a:r>
          <a:r>
            <a:rPr lang="en-US" sz="3100" kern="1200" dirty="0"/>
            <a:t> </a:t>
          </a:r>
        </a:p>
      </dsp:txBody>
      <dsp:txXfrm>
        <a:off x="0" y="767133"/>
        <a:ext cx="10653579" cy="764890"/>
      </dsp:txXfrm>
    </dsp:sp>
    <dsp:sp modelId="{CCB4CD26-DF37-48FC-8735-56E171272CF2}">
      <dsp:nvSpPr>
        <dsp:cNvPr id="0" name=""/>
        <dsp:cNvSpPr/>
      </dsp:nvSpPr>
      <dsp:spPr>
        <a:xfrm>
          <a:off x="0" y="1532023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DFF100-6BD6-421F-B91A-130551674A83}">
      <dsp:nvSpPr>
        <dsp:cNvPr id="0" name=""/>
        <dsp:cNvSpPr/>
      </dsp:nvSpPr>
      <dsp:spPr>
        <a:xfrm>
          <a:off x="0" y="1532023"/>
          <a:ext cx="10653579" cy="764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Communist-Leaning / Non-Democratic Practices</a:t>
          </a:r>
          <a:endParaRPr lang="en-US" sz="3100" kern="1200"/>
        </a:p>
      </dsp:txBody>
      <dsp:txXfrm>
        <a:off x="0" y="1532023"/>
        <a:ext cx="10653579" cy="764890"/>
      </dsp:txXfrm>
    </dsp:sp>
    <dsp:sp modelId="{D96E3297-4C59-49B4-A6D8-5CF81D0E36F8}">
      <dsp:nvSpPr>
        <dsp:cNvPr id="0" name=""/>
        <dsp:cNvSpPr/>
      </dsp:nvSpPr>
      <dsp:spPr>
        <a:xfrm>
          <a:off x="0" y="2296913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45C031-64D4-4287-AFB4-436EE2437F4A}">
      <dsp:nvSpPr>
        <dsp:cNvPr id="0" name=""/>
        <dsp:cNvSpPr/>
      </dsp:nvSpPr>
      <dsp:spPr>
        <a:xfrm>
          <a:off x="0" y="2296914"/>
          <a:ext cx="10653579" cy="764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Non-democratic regimes average around </a:t>
          </a:r>
          <a:r>
            <a:rPr lang="en-US" sz="3100" b="1" kern="1200" dirty="0">
              <a:solidFill>
                <a:srgbClr val="FF0000"/>
              </a:solidFill>
            </a:rPr>
            <a:t>33/100</a:t>
          </a:r>
          <a:r>
            <a:rPr lang="en-US" sz="3100" kern="1200" dirty="0"/>
            <a:t> in CPI.</a:t>
          </a:r>
        </a:p>
      </dsp:txBody>
      <dsp:txXfrm>
        <a:off x="0" y="2296914"/>
        <a:ext cx="10653579" cy="764890"/>
      </dsp:txXfrm>
    </dsp:sp>
    <dsp:sp modelId="{83C94EC4-013A-4F88-BD52-8F65887FF042}">
      <dsp:nvSpPr>
        <dsp:cNvPr id="0" name=""/>
        <dsp:cNvSpPr/>
      </dsp:nvSpPr>
      <dsp:spPr>
        <a:xfrm>
          <a:off x="0" y="3061804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D1F90A-1F6B-46CB-A387-06D472413B74}">
      <dsp:nvSpPr>
        <dsp:cNvPr id="0" name=""/>
        <dsp:cNvSpPr/>
      </dsp:nvSpPr>
      <dsp:spPr>
        <a:xfrm>
          <a:off x="0" y="3061804"/>
          <a:ext cx="10653579" cy="764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Fascist-Style / Closed Authoritarian Practices</a:t>
          </a:r>
          <a:endParaRPr lang="en-US" sz="3100" kern="1200"/>
        </a:p>
      </dsp:txBody>
      <dsp:txXfrm>
        <a:off x="0" y="3061804"/>
        <a:ext cx="10653579" cy="764890"/>
      </dsp:txXfrm>
    </dsp:sp>
    <dsp:sp modelId="{D2EA413A-A9C6-4987-A440-768EA42D87C9}">
      <dsp:nvSpPr>
        <dsp:cNvPr id="0" name=""/>
        <dsp:cNvSpPr/>
      </dsp:nvSpPr>
      <dsp:spPr>
        <a:xfrm>
          <a:off x="0" y="3826694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CCD75A-F19B-4BFD-925E-5E2FDDEB6B13}">
      <dsp:nvSpPr>
        <dsp:cNvPr id="0" name=""/>
        <dsp:cNvSpPr/>
      </dsp:nvSpPr>
      <dsp:spPr>
        <a:xfrm>
          <a:off x="0" y="3826694"/>
          <a:ext cx="10653579" cy="764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Authoritarian regimes often around </a:t>
          </a:r>
          <a:r>
            <a:rPr lang="en-US" sz="3100" b="1" kern="1200" dirty="0">
              <a:solidFill>
                <a:schemeClr val="accent5">
                  <a:lumMod val="50000"/>
                </a:schemeClr>
              </a:solidFill>
            </a:rPr>
            <a:t>29/100</a:t>
          </a:r>
          <a:r>
            <a:rPr lang="en-US" sz="3100" kern="1200" dirty="0">
              <a:solidFill>
                <a:schemeClr val="accent5">
                  <a:lumMod val="50000"/>
                </a:schemeClr>
              </a:solidFill>
            </a:rPr>
            <a:t>. </a:t>
          </a:r>
        </a:p>
      </dsp:txBody>
      <dsp:txXfrm>
        <a:off x="0" y="3826694"/>
        <a:ext cx="10653579" cy="76489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C01A69-B9C4-46FD-BE78-F4227EDB1A42}">
      <dsp:nvSpPr>
        <dsp:cNvPr id="0" name=""/>
        <dsp:cNvSpPr/>
      </dsp:nvSpPr>
      <dsp:spPr>
        <a:xfrm>
          <a:off x="0" y="30289"/>
          <a:ext cx="2863215" cy="400850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3227" tIns="330200" rIns="223227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/>
            <a:t>If you prioritize unity, hierarchy, and national strength over moral equality,</a:t>
          </a:r>
          <a:br>
            <a:rPr lang="en-US" sz="2000" b="0" kern="1200" dirty="0"/>
          </a:br>
          <a:r>
            <a:rPr lang="en-US" sz="2000" b="0" kern="1200" dirty="0"/>
            <a:t>choose fascism</a:t>
          </a:r>
        </a:p>
      </dsp:txBody>
      <dsp:txXfrm>
        <a:off x="0" y="1553519"/>
        <a:ext cx="2863215" cy="2405100"/>
      </dsp:txXfrm>
    </dsp:sp>
    <dsp:sp modelId="{2AEB7E17-3A91-4DF1-B5BB-BF3CB5D2A848}">
      <dsp:nvSpPr>
        <dsp:cNvPr id="0" name=""/>
        <dsp:cNvSpPr/>
      </dsp:nvSpPr>
      <dsp:spPr>
        <a:xfrm>
          <a:off x="830332" y="431139"/>
          <a:ext cx="1202550" cy="120255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755" tIns="12700" rIns="93755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006441" y="607248"/>
        <a:ext cx="850332" cy="850332"/>
      </dsp:txXfrm>
    </dsp:sp>
    <dsp:sp modelId="{19E2944E-233E-40E4-B8E4-5BE141F12EE9}">
      <dsp:nvSpPr>
        <dsp:cNvPr id="0" name=""/>
        <dsp:cNvSpPr/>
      </dsp:nvSpPr>
      <dsp:spPr>
        <a:xfrm>
          <a:off x="0" y="4038718"/>
          <a:ext cx="2863215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2ECDB4-898A-4264-8752-3691474DF21A}">
      <dsp:nvSpPr>
        <dsp:cNvPr id="0" name=""/>
        <dsp:cNvSpPr/>
      </dsp:nvSpPr>
      <dsp:spPr>
        <a:xfrm>
          <a:off x="3149536" y="30289"/>
          <a:ext cx="2863215" cy="400850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3227" tIns="330200" rIns="223227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/>
            <a:t>If you prioritize equality of material over individual freedom,</a:t>
          </a:r>
          <a:br>
            <a:rPr lang="en-US" sz="2000" b="0" kern="1200" dirty="0"/>
          </a:br>
          <a:r>
            <a:rPr lang="en-US" sz="2000" b="0" kern="1200" dirty="0"/>
            <a:t>choose communism</a:t>
          </a:r>
        </a:p>
      </dsp:txBody>
      <dsp:txXfrm>
        <a:off x="3149536" y="1553519"/>
        <a:ext cx="2863215" cy="2405100"/>
      </dsp:txXfrm>
    </dsp:sp>
    <dsp:sp modelId="{D0190C48-38D5-4374-A59B-ABFAF32F53F1}">
      <dsp:nvSpPr>
        <dsp:cNvPr id="0" name=""/>
        <dsp:cNvSpPr/>
      </dsp:nvSpPr>
      <dsp:spPr>
        <a:xfrm>
          <a:off x="3979868" y="431139"/>
          <a:ext cx="1202550" cy="120255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755" tIns="12700" rIns="93755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155977" y="607248"/>
        <a:ext cx="850332" cy="850332"/>
      </dsp:txXfrm>
    </dsp:sp>
    <dsp:sp modelId="{729A340E-97DD-4BDF-9301-50C2CA387B89}">
      <dsp:nvSpPr>
        <dsp:cNvPr id="0" name=""/>
        <dsp:cNvSpPr/>
      </dsp:nvSpPr>
      <dsp:spPr>
        <a:xfrm>
          <a:off x="3149536" y="4038718"/>
          <a:ext cx="2863215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256DD1-4715-4A6C-9BD1-5C0BFD4C640A}">
      <dsp:nvSpPr>
        <dsp:cNvPr id="0" name=""/>
        <dsp:cNvSpPr/>
      </dsp:nvSpPr>
      <dsp:spPr>
        <a:xfrm>
          <a:off x="6299072" y="30289"/>
          <a:ext cx="2863215" cy="400850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3227" tIns="330200" rIns="223227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/>
            <a:t>If you prioritize disagreement as legitimate rather than dangerous,</a:t>
          </a:r>
          <a:br>
            <a:rPr lang="en-US" sz="2000" b="0" kern="1200" dirty="0"/>
          </a:br>
          <a:r>
            <a:rPr lang="en-US" sz="2000" b="0" kern="1200" dirty="0"/>
            <a:t>choose democracy</a:t>
          </a:r>
        </a:p>
      </dsp:txBody>
      <dsp:txXfrm>
        <a:off x="6299072" y="1553519"/>
        <a:ext cx="2863215" cy="2405100"/>
      </dsp:txXfrm>
    </dsp:sp>
    <dsp:sp modelId="{BAFCA9D8-50E2-4EAA-94CB-6191966683C9}">
      <dsp:nvSpPr>
        <dsp:cNvPr id="0" name=""/>
        <dsp:cNvSpPr/>
      </dsp:nvSpPr>
      <dsp:spPr>
        <a:xfrm>
          <a:off x="7129405" y="431139"/>
          <a:ext cx="1202550" cy="120255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755" tIns="12700" rIns="93755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7305514" y="607248"/>
        <a:ext cx="850332" cy="850332"/>
      </dsp:txXfrm>
    </dsp:sp>
    <dsp:sp modelId="{370C8A48-B6C1-47DF-B9ED-2461FC9E3927}">
      <dsp:nvSpPr>
        <dsp:cNvPr id="0" name=""/>
        <dsp:cNvSpPr/>
      </dsp:nvSpPr>
      <dsp:spPr>
        <a:xfrm>
          <a:off x="6299072" y="4038718"/>
          <a:ext cx="2863215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861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557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874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664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002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496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230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801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799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140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246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709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 descr="One in a crowd">
            <a:extLst>
              <a:ext uri="{FF2B5EF4-FFF2-40B4-BE49-F238E27FC236}">
                <a16:creationId xmlns:a16="http://schemas.microsoft.com/office/drawing/2014/main" id="{3BAE5A41-10A1-2B5A-4A66-E981C8CF38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34" b="1726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7D064F0-6D2A-219C-C000-14ABD99ECE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8306" y="0"/>
            <a:ext cx="4903694" cy="6858001"/>
          </a:xfrm>
          <a:prstGeom prst="rect">
            <a:avLst/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F4A6D3-91D4-A10B-D7F4-47FAC4A397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1" y="822960"/>
            <a:ext cx="4286054" cy="3474720"/>
          </a:xfrm>
        </p:spPr>
        <p:txBody>
          <a:bodyPr anchor="b">
            <a:normAutofit/>
          </a:bodyPr>
          <a:lstStyle/>
          <a:p>
            <a:pPr algn="l"/>
            <a:r>
              <a:rPr lang="en-US" sz="5200"/>
              <a:t>Democracy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E232D6-4A5F-42DF-654F-025819974B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1" y="4419600"/>
            <a:ext cx="3931920" cy="1386840"/>
          </a:xfrm>
        </p:spPr>
        <p:txBody>
          <a:bodyPr anchor="t">
            <a:normAutofit/>
          </a:bodyPr>
          <a:lstStyle/>
          <a:p>
            <a:pPr algn="l"/>
            <a:r>
              <a:rPr lang="en-US" sz="2200"/>
              <a:t>Philosophy Club</a:t>
            </a:r>
          </a:p>
        </p:txBody>
      </p:sp>
    </p:spTree>
    <p:extLst>
      <p:ext uri="{BB962C8B-B14F-4D97-AF65-F5344CB8AC3E}">
        <p14:creationId xmlns:p14="http://schemas.microsoft.com/office/powerpoint/2010/main" val="12560188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D0D4D6-8FEC-D2BA-4DE5-02DB2C500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3007" y="603501"/>
            <a:ext cx="4361693" cy="1527049"/>
          </a:xfrm>
        </p:spPr>
        <p:txBody>
          <a:bodyPr anchor="b">
            <a:normAutofit/>
          </a:bodyPr>
          <a:lstStyle/>
          <a:p>
            <a:r>
              <a:rPr lang="en-US" dirty="0"/>
              <a:t>Origins</a:t>
            </a:r>
          </a:p>
        </p:txBody>
      </p:sp>
      <p:pic>
        <p:nvPicPr>
          <p:cNvPr id="5" name="Picture 4" descr="Front steps and columns of a majestic city building">
            <a:extLst>
              <a:ext uri="{FF2B5EF4-FFF2-40B4-BE49-F238E27FC236}">
                <a16:creationId xmlns:a16="http://schemas.microsoft.com/office/drawing/2014/main" id="{5B24C536-D042-46E6-8AD3-30A04DFAB5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809" r="20157" b="-1"/>
          <a:stretch>
            <a:fillRect/>
          </a:stretch>
        </p:blipFill>
        <p:spPr>
          <a:xfrm>
            <a:off x="1" y="10"/>
            <a:ext cx="6373368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1F336-F054-3DFB-F372-5E97E516B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3007" y="2212846"/>
            <a:ext cx="4361693" cy="4096514"/>
          </a:xfrm>
        </p:spPr>
        <p:txBody>
          <a:bodyPr>
            <a:normAutofit/>
          </a:bodyPr>
          <a:lstStyle/>
          <a:p>
            <a:r>
              <a:rPr lang="en-US" sz="2400" dirty="0"/>
              <a:t>Democracy started in ancient Greece, in Athens</a:t>
            </a:r>
          </a:p>
          <a:p>
            <a:r>
              <a:rPr lang="en-US" sz="2400" dirty="0"/>
              <a:t>5</a:t>
            </a:r>
            <a:r>
              <a:rPr lang="en-US" sz="2400" baseline="30000" dirty="0"/>
              <a:t>th</a:t>
            </a:r>
            <a:r>
              <a:rPr lang="en-US" sz="2400" dirty="0"/>
              <a:t> century</a:t>
            </a:r>
          </a:p>
          <a:p>
            <a:r>
              <a:rPr lang="en-US" sz="2400" dirty="0"/>
              <a:t>Direct democracy, personal participation</a:t>
            </a:r>
          </a:p>
          <a:p>
            <a:r>
              <a:rPr lang="en-US" sz="2400" dirty="0"/>
              <a:t>Restrictions on voting class</a:t>
            </a:r>
          </a:p>
        </p:txBody>
      </p:sp>
    </p:spTree>
    <p:extLst>
      <p:ext uri="{BB962C8B-B14F-4D97-AF65-F5344CB8AC3E}">
        <p14:creationId xmlns:p14="http://schemas.microsoft.com/office/powerpoint/2010/main" val="262831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1B8601-C5EB-E2FF-D7FD-9466D8667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Popular Sovereignty (People rule the country)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FB5EE5-4782-DAAB-2B38-BED824173D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8660130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19151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ADEAFE-C673-858F-083D-8FE72E4D9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Political Equality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EB60105-DEA3-D3B6-DEC0-863051DF6C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5923601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3967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7C095B-9828-0151-F9B8-D8EDB8476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3700"/>
              <a:t>Accountability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2987EE1-575E-C839-EFE4-712A2C99DD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0165699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6710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1922D2-D397-9EA4-A66D-55B0884D1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7463AB-1C58-2432-8748-84568C57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9"/>
            <a:ext cx="3494314" cy="5786638"/>
          </a:xfrm>
        </p:spPr>
        <p:txBody>
          <a:bodyPr anchor="t">
            <a:normAutofit/>
          </a:bodyPr>
          <a:lstStyle/>
          <a:p>
            <a:r>
              <a:rPr lang="en-US" dirty="0"/>
              <a:t>Effectiveness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1F73FF-CA20-ACA7-8BFB-2FEC4434E2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3575076"/>
              </p:ext>
            </p:extLst>
          </p:nvPr>
        </p:nvGraphicFramePr>
        <p:xfrm>
          <a:off x="4608246" y="548640"/>
          <a:ext cx="6949440" cy="5786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4573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71788-383A-D897-1990-BE9E4B7D6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Using Corruption Index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38035C1-5E23-A331-A512-F4C981409D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8257732"/>
              </p:ext>
            </p:extLst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18602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5B9334-3E03-4CA7-3616-4D3C9DC2C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76D7CE-20DC-687B-7A18-8B4715E15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856" y="548640"/>
            <a:ext cx="9162288" cy="1132258"/>
          </a:xfrm>
        </p:spPr>
        <p:txBody>
          <a:bodyPr>
            <a:normAutofit/>
          </a:bodyPr>
          <a:lstStyle/>
          <a:p>
            <a:r>
              <a:rPr lang="en-US" dirty="0"/>
              <a:t>Summary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6D5E63-B335-B6BC-9F97-A0A3B979E4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9152385"/>
              </p:ext>
            </p:extLst>
          </p:nvPr>
        </p:nvGraphicFramePr>
        <p:xfrm>
          <a:off x="1514856" y="2039112"/>
          <a:ext cx="9162288" cy="4069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89967537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275</Words>
  <Application>Microsoft Office PowerPoint</Application>
  <PresentationFormat>Widescreen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Neue Haas Grotesk Text Pro</vt:lpstr>
      <vt:lpstr>VanillaVTI</vt:lpstr>
      <vt:lpstr>Democracy</vt:lpstr>
      <vt:lpstr>Origins</vt:lpstr>
      <vt:lpstr>Popular Sovereignty (People rule the country)</vt:lpstr>
      <vt:lpstr>Political Equality</vt:lpstr>
      <vt:lpstr>Accountability</vt:lpstr>
      <vt:lpstr>Effectiveness</vt:lpstr>
      <vt:lpstr>Comparison Using Corruption Index</vt:lpstr>
      <vt:lpstr>Summary</vt:lpstr>
    </vt:vector>
  </TitlesOfParts>
  <Company>Bellevue School District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Lou, Hennry  (Student)</dc:creator>
  <cp:lastModifiedBy>Lou, Hennry  (Student)</cp:lastModifiedBy>
  <cp:revision>1</cp:revision>
  <dcterms:created xsi:type="dcterms:W3CDTF">2026-02-02T18:25:26Z</dcterms:created>
  <dcterms:modified xsi:type="dcterms:W3CDTF">2026-02-02T18:45:21Z</dcterms:modified>
</cp:coreProperties>
</file>